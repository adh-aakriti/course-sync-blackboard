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embeddedFontLst>
    <p:embeddedFont>
      <p:font typeface="Roboto Slab"/>
      <p:regular r:id="rId26"/>
      <p:bold r:id="rId27"/>
    </p:embeddedFont>
    <p:embeddedFont>
      <p:font typeface="Roboto"/>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Slab-regular.fntdata"/><Relationship Id="rId25" Type="http://schemas.openxmlformats.org/officeDocument/2006/relationships/slide" Target="slides/slide20.xml"/><Relationship Id="rId28" Type="http://schemas.openxmlformats.org/officeDocument/2006/relationships/font" Target="fonts/Roboto-regular.fntdata"/><Relationship Id="rId27" Type="http://schemas.openxmlformats.org/officeDocument/2006/relationships/font" Target="fonts/RobotoSlab-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boldItalic.fntdata"/><Relationship Id="rId30" Type="http://schemas.openxmlformats.org/officeDocument/2006/relationships/font" Target="fonts/Roboto-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09e725124b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09e725124b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09e725124b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09e725124b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09e725124b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09e725124b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09e725124b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09e725124b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09e725124b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09e725124b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09e725124b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09e725124b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c79aa2df45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c79aa2df45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c79aa2df45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c79aa2df45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c79aa2df45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c79aa2df45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c79aa2df45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c79aa2df45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c79aa2df45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c79aa2df45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c79aa2df45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c79aa2df45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c79aa2df45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c79aa2df45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09e725124b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09e725124b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09e725124b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09e725124b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c79aa2df45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c79aa2df45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c79aa2df45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c79aa2df45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09e725124b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09e725124b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c79aa2df4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c79aa2df4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1524800" y="672606"/>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sp>
        <p:nvSpPr>
          <p:cNvPr id="11" name="Google Shape;11;p2"/>
          <p:cNvSpPr/>
          <p:nvPr/>
        </p:nvSpPr>
        <p:spPr>
          <a:xfrm rot="10800000">
            <a:off x="6537563" y="3342925"/>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cxnSp>
        <p:nvCxnSpPr>
          <p:cNvPr id="12" name="Google Shape;12;p2"/>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3" name="Google Shape;13;p2"/>
          <p:cNvSpPr txBox="1"/>
          <p:nvPr>
            <p:ph type="ctrTitle"/>
          </p:nvPr>
        </p:nvSpPr>
        <p:spPr>
          <a:xfrm>
            <a:off x="1680302" y="1188925"/>
            <a:ext cx="5783400" cy="1457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p:txBody>
      </p:sp>
      <p:sp>
        <p:nvSpPr>
          <p:cNvPr id="14" name="Google Shape;14;p2"/>
          <p:cNvSpPr txBox="1"/>
          <p:nvPr>
            <p:ph idx="1" type="subTitle"/>
          </p:nvPr>
        </p:nvSpPr>
        <p:spPr>
          <a:xfrm>
            <a:off x="1680302" y="3049450"/>
            <a:ext cx="5783400" cy="9090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p:txBody>
      </p:sp>
      <p:sp>
        <p:nvSpPr>
          <p:cNvPr id="15" name="Google Shape;15;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cxnSp>
        <p:nvCxnSpPr>
          <p:cNvPr id="17" name="Google Shape;17;p3"/>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8" name="Google Shape;18;p3"/>
          <p:cNvSpPr txBox="1"/>
          <p:nvPr>
            <p:ph type="title"/>
          </p:nvPr>
        </p:nvSpPr>
        <p:spPr>
          <a:xfrm>
            <a:off x="480750" y="1764950"/>
            <a:ext cx="8222100" cy="907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cxnSp>
        <p:nvCxnSpPr>
          <p:cNvPr id="21" name="Google Shape;21;p4"/>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2" name="Google Shape;22;p4"/>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 name="Google Shape;23;p4"/>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cxnSp>
        <p:nvCxnSpPr>
          <p:cNvPr id="26" name="Google Shape;26;p5"/>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7" name="Google Shape;27;p5"/>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8" name="Google Shape;28;p5"/>
          <p:cNvSpPr txBox="1"/>
          <p:nvPr>
            <p:ph idx="1" type="body"/>
          </p:nvPr>
        </p:nvSpPr>
        <p:spPr>
          <a:xfrm>
            <a:off x="387900" y="1489825"/>
            <a:ext cx="3999900" cy="3078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756200" y="1489825"/>
            <a:ext cx="3999900" cy="3078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 name="Google Shape;33;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cxnSp>
        <p:nvCxnSpPr>
          <p:cNvPr id="35" name="Google Shape;35;p7"/>
          <p:cNvCxnSpPr/>
          <p:nvPr/>
        </p:nvCxnSpPr>
        <p:spPr>
          <a:xfrm>
            <a:off x="489218" y="1412277"/>
            <a:ext cx="331500" cy="0"/>
          </a:xfrm>
          <a:prstGeom prst="straightConnector1">
            <a:avLst/>
          </a:prstGeom>
          <a:noFill/>
          <a:ln cap="flat" cmpd="sng" w="38100">
            <a:solidFill>
              <a:schemeClr val="accent4"/>
            </a:solidFill>
            <a:prstDash val="solid"/>
            <a:round/>
            <a:headEnd len="sm" w="sm" type="none"/>
            <a:tailEnd len="sm" w="sm" type="none"/>
          </a:ln>
        </p:spPr>
      </p:cxnSp>
      <p:sp>
        <p:nvSpPr>
          <p:cNvPr id="36" name="Google Shape;36;p7"/>
          <p:cNvSpPr txBox="1"/>
          <p:nvPr>
            <p:ph type="title"/>
          </p:nvPr>
        </p:nvSpPr>
        <p:spPr>
          <a:xfrm>
            <a:off x="3879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7" name="Google Shape;37;p7"/>
          <p:cNvSpPr txBox="1"/>
          <p:nvPr>
            <p:ph idx="1" type="body"/>
          </p:nvPr>
        </p:nvSpPr>
        <p:spPr>
          <a:xfrm>
            <a:off x="387900" y="1594025"/>
            <a:ext cx="2808000" cy="2681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8" name="Google Shape;3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9" name="Shape 39"/>
        <p:cNvGrpSpPr/>
        <p:nvPr/>
      </p:nvGrpSpPr>
      <p:grpSpPr>
        <a:xfrm>
          <a:off x="0" y="0"/>
          <a:ext cx="0" cy="0"/>
          <a:chOff x="0" y="0"/>
          <a:chExt cx="0" cy="0"/>
        </a:xfrm>
      </p:grpSpPr>
      <p:sp>
        <p:nvSpPr>
          <p:cNvPr id="40" name="Google Shape;40;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1" name="Google Shape;41;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 name="Shape 42"/>
        <p:cNvGrpSpPr/>
        <p:nvPr/>
      </p:nvGrpSpPr>
      <p:grpSpPr>
        <a:xfrm>
          <a:off x="0" y="0"/>
          <a:ext cx="0" cy="0"/>
          <a:chOff x="0" y="0"/>
          <a:chExt cx="0" cy="0"/>
        </a:xfrm>
      </p:grpSpPr>
      <p:sp>
        <p:nvSpPr>
          <p:cNvPr id="43" name="Google Shape;43;p9"/>
          <p:cNvSpPr/>
          <p:nvPr/>
        </p:nvSpPr>
        <p:spPr>
          <a:xfrm>
            <a:off x="4572000" y="-7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 name="Google Shape;44;p9"/>
          <p:cNvCxnSpPr/>
          <p:nvPr/>
        </p:nvCxnSpPr>
        <p:spPr>
          <a:xfrm>
            <a:off x="5029675" y="4495503"/>
            <a:ext cx="540900" cy="0"/>
          </a:xfrm>
          <a:prstGeom prst="straightConnector1">
            <a:avLst/>
          </a:prstGeom>
          <a:noFill/>
          <a:ln cap="flat" cmpd="sng" w="38100">
            <a:solidFill>
              <a:schemeClr val="accent5"/>
            </a:solidFill>
            <a:prstDash val="solid"/>
            <a:round/>
            <a:headEnd len="sm" w="sm" type="none"/>
            <a:tailEnd len="sm" w="sm" type="none"/>
          </a:ln>
        </p:spPr>
      </p:cxnSp>
      <p:sp>
        <p:nvSpPr>
          <p:cNvPr id="45" name="Google Shape;45;p9"/>
          <p:cNvSpPr txBox="1"/>
          <p:nvPr>
            <p:ph type="title"/>
          </p:nvPr>
        </p:nvSpPr>
        <p:spPr>
          <a:xfrm>
            <a:off x="265500" y="1209075"/>
            <a:ext cx="4045200" cy="15063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6" name="Google Shape;46;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p:txBody>
      </p:sp>
      <p:sp>
        <p:nvSpPr>
          <p:cNvPr id="47" name="Google Shape;47;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8" name="Google Shape;4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10"/>
          <p:cNvSpPr txBox="1"/>
          <p:nvPr>
            <p:ph idx="1" type="body"/>
          </p:nvPr>
        </p:nvSpPr>
        <p:spPr>
          <a:xfrm>
            <a:off x="319500" y="4233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p:txBody>
      </p:sp>
      <p:sp>
        <p:nvSpPr>
          <p:cNvPr id="51" name="Google Shape;51;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11"/>
          <p:cNvSpPr/>
          <p:nvPr/>
        </p:nvSpPr>
        <p:spPr>
          <a:xfrm>
            <a:off x="150" y="5076825"/>
            <a:ext cx="9143700" cy="6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1"/>
          <p:cNvSpPr txBox="1"/>
          <p:nvPr>
            <p:ph hasCustomPrompt="1" type="title"/>
          </p:nvPr>
        </p:nvSpPr>
        <p:spPr>
          <a:xfrm>
            <a:off x="387900" y="1152450"/>
            <a:ext cx="83682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5"/>
              </a:buClr>
              <a:buSzPts val="13000"/>
              <a:buNone/>
              <a:defRPr sz="13000">
                <a:solidFill>
                  <a:schemeClr val="accent5"/>
                </a:solidFill>
              </a:defRPr>
            </a:lvl1pPr>
            <a:lvl2pPr lvl="1" algn="ctr">
              <a:spcBef>
                <a:spcPts val="0"/>
              </a:spcBef>
              <a:spcAft>
                <a:spcPts val="0"/>
              </a:spcAft>
              <a:buClr>
                <a:schemeClr val="accent5"/>
              </a:buClr>
              <a:buSzPts val="13000"/>
              <a:buNone/>
              <a:defRPr sz="13000">
                <a:solidFill>
                  <a:schemeClr val="accent5"/>
                </a:solidFill>
              </a:defRPr>
            </a:lvl2pPr>
            <a:lvl3pPr lvl="2" algn="ctr">
              <a:spcBef>
                <a:spcPts val="0"/>
              </a:spcBef>
              <a:spcAft>
                <a:spcPts val="0"/>
              </a:spcAft>
              <a:buClr>
                <a:schemeClr val="accent5"/>
              </a:buClr>
              <a:buSzPts val="13000"/>
              <a:buNone/>
              <a:defRPr sz="13000">
                <a:solidFill>
                  <a:schemeClr val="accent5"/>
                </a:solidFill>
              </a:defRPr>
            </a:lvl3pPr>
            <a:lvl4pPr lvl="3" algn="ctr">
              <a:spcBef>
                <a:spcPts val="0"/>
              </a:spcBef>
              <a:spcAft>
                <a:spcPts val="0"/>
              </a:spcAft>
              <a:buClr>
                <a:schemeClr val="accent5"/>
              </a:buClr>
              <a:buSzPts val="13000"/>
              <a:buNone/>
              <a:defRPr sz="13000">
                <a:solidFill>
                  <a:schemeClr val="accent5"/>
                </a:solidFill>
              </a:defRPr>
            </a:lvl4pPr>
            <a:lvl5pPr lvl="4" algn="ctr">
              <a:spcBef>
                <a:spcPts val="0"/>
              </a:spcBef>
              <a:spcAft>
                <a:spcPts val="0"/>
              </a:spcAft>
              <a:buClr>
                <a:schemeClr val="accent5"/>
              </a:buClr>
              <a:buSzPts val="13000"/>
              <a:buNone/>
              <a:defRPr sz="13000">
                <a:solidFill>
                  <a:schemeClr val="accent5"/>
                </a:solidFill>
              </a:defRPr>
            </a:lvl5pPr>
            <a:lvl6pPr lvl="5" algn="ctr">
              <a:spcBef>
                <a:spcPts val="0"/>
              </a:spcBef>
              <a:spcAft>
                <a:spcPts val="0"/>
              </a:spcAft>
              <a:buClr>
                <a:schemeClr val="accent5"/>
              </a:buClr>
              <a:buSzPts val="13000"/>
              <a:buNone/>
              <a:defRPr sz="13000">
                <a:solidFill>
                  <a:schemeClr val="accent5"/>
                </a:solidFill>
              </a:defRPr>
            </a:lvl6pPr>
            <a:lvl7pPr lvl="6" algn="ctr">
              <a:spcBef>
                <a:spcPts val="0"/>
              </a:spcBef>
              <a:spcAft>
                <a:spcPts val="0"/>
              </a:spcAft>
              <a:buClr>
                <a:schemeClr val="accent5"/>
              </a:buClr>
              <a:buSzPts val="13000"/>
              <a:buNone/>
              <a:defRPr sz="13000">
                <a:solidFill>
                  <a:schemeClr val="accent5"/>
                </a:solidFill>
              </a:defRPr>
            </a:lvl7pPr>
            <a:lvl8pPr lvl="7" algn="ctr">
              <a:spcBef>
                <a:spcPts val="0"/>
              </a:spcBef>
              <a:spcAft>
                <a:spcPts val="0"/>
              </a:spcAft>
              <a:buClr>
                <a:schemeClr val="accent5"/>
              </a:buClr>
              <a:buSzPts val="13000"/>
              <a:buNone/>
              <a:defRPr sz="13000">
                <a:solidFill>
                  <a:schemeClr val="accent5"/>
                </a:solidFill>
              </a:defRPr>
            </a:lvl8pPr>
            <a:lvl9pPr lvl="8" algn="ctr">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11"/>
          <p:cNvSpPr txBox="1"/>
          <p:nvPr>
            <p:ph idx="1" type="body"/>
          </p:nvPr>
        </p:nvSpPr>
        <p:spPr>
          <a:xfrm>
            <a:off x="387900" y="2919450"/>
            <a:ext cx="83682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6" name="Google Shape;56;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rina">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p:txBody>
      </p:sp>
      <p:sp>
        <p:nvSpPr>
          <p:cNvPr id="7" name="Google Shape;7;p1"/>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indent="-317500" lvl="1" marL="914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indent="-317500" lvl="2" marL="1371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indent="-317500" lvl="3" marL="1828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indent="-317500" lvl="4" marL="22860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indent="-317500" lvl="5" marL="27432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indent="-317500" lvl="6" marL="3200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indent="-317500" lvl="7" marL="3657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indent="-317500" lvl="8" marL="4114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3"/>
          <p:cNvSpPr txBox="1"/>
          <p:nvPr>
            <p:ph type="ctrTitle"/>
          </p:nvPr>
        </p:nvSpPr>
        <p:spPr>
          <a:xfrm>
            <a:off x="1680302" y="1188925"/>
            <a:ext cx="5783400" cy="1457400"/>
          </a:xfrm>
          <a:prstGeom prst="rect">
            <a:avLst/>
          </a:prstGeom>
        </p:spPr>
        <p:txBody>
          <a:bodyPr anchorCtr="0" anchor="b" bIns="91425" lIns="91425" spcFirstLastPara="1" rIns="91425" wrap="square" tIns="91425">
            <a:normAutofit fontScale="90000"/>
          </a:bodyPr>
          <a:lstStyle/>
          <a:p>
            <a:pPr indent="0" lvl="0" marL="0" rtl="0" algn="l">
              <a:lnSpc>
                <a:spcPct val="115000"/>
              </a:lnSpc>
              <a:spcBef>
                <a:spcPts val="1200"/>
              </a:spcBef>
              <a:spcAft>
                <a:spcPts val="1200"/>
              </a:spcAft>
              <a:buNone/>
            </a:pPr>
            <a:r>
              <a:rPr lang="en-GB"/>
              <a:t>SQL Variables and Advanced Features</a:t>
            </a:r>
            <a:endParaRPr/>
          </a:p>
        </p:txBody>
      </p:sp>
      <p:sp>
        <p:nvSpPr>
          <p:cNvPr id="64" name="Google Shape;64;p13"/>
          <p:cNvSpPr txBox="1"/>
          <p:nvPr>
            <p:ph idx="1" type="subTitle"/>
          </p:nvPr>
        </p:nvSpPr>
        <p:spPr>
          <a:xfrm>
            <a:off x="1680302" y="3049450"/>
            <a:ext cx="5783400" cy="9090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4"/>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SQL Variables</a:t>
            </a:r>
            <a:endParaRPr/>
          </a:p>
        </p:txBody>
      </p:sp>
      <p:sp>
        <p:nvSpPr>
          <p:cNvPr id="70" name="Google Shape;70;p14"/>
          <p:cNvSpPr txBox="1"/>
          <p:nvPr>
            <p:ph idx="1" type="body"/>
          </p:nvPr>
        </p:nvSpPr>
        <p:spPr>
          <a:xfrm>
            <a:off x="387900" y="1489824"/>
            <a:ext cx="8368200" cy="3078900"/>
          </a:xfrm>
          <a:prstGeom prst="rect">
            <a:avLst/>
          </a:prstGeom>
        </p:spPr>
        <p:txBody>
          <a:bodyPr anchorCtr="0" anchor="t" bIns="91425" lIns="91425" spcFirstLastPara="1" rIns="91425" wrap="square" tIns="91425">
            <a:normAutofit fontScale="85000"/>
          </a:bodyPr>
          <a:lstStyle/>
          <a:p>
            <a:pPr indent="0" lvl="0" marL="0" rtl="0" algn="l">
              <a:spcBef>
                <a:spcPts val="0"/>
              </a:spcBef>
              <a:spcAft>
                <a:spcPts val="0"/>
              </a:spcAft>
              <a:buNone/>
            </a:pPr>
            <a:r>
              <a:rPr lang="en-GB"/>
              <a:t>SQL variables are placeholders or containers in which you can store values temporarily to use later in your SQL queries. They help in writing more dynamic and reusable SQL code, especially in procedures and scripts.</a:t>
            </a:r>
            <a:endParaRPr/>
          </a:p>
          <a:p>
            <a:pPr indent="0" lvl="0" marL="0" rtl="0" algn="l">
              <a:spcBef>
                <a:spcPts val="1200"/>
              </a:spcBef>
              <a:spcAft>
                <a:spcPts val="0"/>
              </a:spcAft>
              <a:buNone/>
            </a:pPr>
            <a:r>
              <a:rPr lang="en-GB"/>
              <a:t>Types of SQL Variables:</a:t>
            </a:r>
            <a:endParaRPr/>
          </a:p>
          <a:p>
            <a:pPr indent="-325755" lvl="0" marL="457200" rtl="0" algn="l">
              <a:spcBef>
                <a:spcPts val="1200"/>
              </a:spcBef>
              <a:spcAft>
                <a:spcPts val="0"/>
              </a:spcAft>
              <a:buSzPct val="100000"/>
              <a:buChar char="●"/>
            </a:pPr>
            <a:r>
              <a:rPr lang="en-GB"/>
              <a:t>User-defined variables: These are variables that you define and use within a session.</a:t>
            </a:r>
            <a:endParaRPr/>
          </a:p>
          <a:p>
            <a:pPr indent="-325755" lvl="0" marL="457200" rtl="0" algn="l">
              <a:spcBef>
                <a:spcPts val="0"/>
              </a:spcBef>
              <a:spcAft>
                <a:spcPts val="0"/>
              </a:spcAft>
              <a:buSzPct val="100000"/>
              <a:buChar char="●"/>
            </a:pPr>
            <a:r>
              <a:rPr lang="en-GB"/>
              <a:t>System variables: Predefined variables that control the operation of the MySQL server.</a:t>
            </a:r>
            <a:endParaRPr/>
          </a:p>
          <a:p>
            <a:pPr indent="-325755" lvl="0" marL="457200" rtl="0" algn="l">
              <a:spcBef>
                <a:spcPts val="0"/>
              </a:spcBef>
              <a:spcAft>
                <a:spcPts val="0"/>
              </a:spcAft>
              <a:buSzPct val="100000"/>
              <a:buChar char="●"/>
            </a:pPr>
            <a:r>
              <a:rPr lang="en-GB"/>
              <a:t>Session variables: Specific to each session and only exist while the session is active.</a:t>
            </a:r>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5"/>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User-Defined Variables</a:t>
            </a:r>
            <a:endParaRPr/>
          </a:p>
        </p:txBody>
      </p:sp>
      <p:sp>
        <p:nvSpPr>
          <p:cNvPr id="76" name="Google Shape;76;p15"/>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SET @actor_name = 'PENELOPE';</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GB"/>
              <a:t>SELECT * FROM sakila.actor</a:t>
            </a:r>
            <a:endParaRPr/>
          </a:p>
          <a:p>
            <a:pPr indent="0" lvl="0" marL="0" rtl="0" algn="l">
              <a:spcBef>
                <a:spcPts val="1200"/>
              </a:spcBef>
              <a:spcAft>
                <a:spcPts val="0"/>
              </a:spcAft>
              <a:buNone/>
            </a:pPr>
            <a:r>
              <a:rPr lang="en-GB"/>
              <a:t>WHERE first_name = @actor_name;</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Using Variables in Calculations</a:t>
            </a:r>
            <a:endParaRPr/>
          </a:p>
        </p:txBody>
      </p:sp>
      <p:sp>
        <p:nvSpPr>
          <p:cNvPr id="82" name="Google Shape;82;p16"/>
          <p:cNvSpPr txBox="1"/>
          <p:nvPr>
            <p:ph idx="1" type="body"/>
          </p:nvPr>
        </p:nvSpPr>
        <p:spPr>
          <a:xfrm>
            <a:off x="387900" y="1489824"/>
            <a:ext cx="8368200" cy="3078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GB"/>
              <a:t>SET @rental_rate = (SELECT rental_rate FROM sakila.film WHERE title = 'ACADEMY DINOSAUR');</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GB"/>
              <a:t>SELECT title, rental_rate</a:t>
            </a:r>
            <a:endParaRPr/>
          </a:p>
          <a:p>
            <a:pPr indent="0" lvl="0" marL="0" rtl="0" algn="l">
              <a:spcBef>
                <a:spcPts val="1200"/>
              </a:spcBef>
              <a:spcAft>
                <a:spcPts val="0"/>
              </a:spcAft>
              <a:buNone/>
            </a:pPr>
            <a:r>
              <a:rPr lang="en-GB"/>
              <a:t>FROM sakila.film</a:t>
            </a:r>
            <a:endParaRPr/>
          </a:p>
          <a:p>
            <a:pPr indent="0" lvl="0" marL="0" rtl="0" algn="l">
              <a:spcBef>
                <a:spcPts val="1200"/>
              </a:spcBef>
              <a:spcAft>
                <a:spcPts val="0"/>
              </a:spcAft>
              <a:buNone/>
            </a:pPr>
            <a:r>
              <a:rPr lang="en-GB"/>
              <a:t>WHERE rental_rate &gt; @rental_rate;</a:t>
            </a:r>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7"/>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Session variables and statements</a:t>
            </a:r>
            <a:endParaRPr/>
          </a:p>
        </p:txBody>
      </p:sp>
      <p:sp>
        <p:nvSpPr>
          <p:cNvPr id="88" name="Google Shape;88;p17"/>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SET @film_limit = 5;</a:t>
            </a:r>
            <a:endParaRPr/>
          </a:p>
          <a:p>
            <a:pPr indent="0" lvl="0" marL="0" rtl="0" algn="l">
              <a:spcBef>
                <a:spcPts val="1200"/>
              </a:spcBef>
              <a:spcAft>
                <a:spcPts val="0"/>
              </a:spcAft>
              <a:buNone/>
            </a:pPr>
            <a:r>
              <a:rPr lang="en-GB"/>
              <a:t>PREPARE STMT FROM 'SELECT title, rental_rate</a:t>
            </a:r>
            <a:endParaRPr/>
          </a:p>
          <a:p>
            <a:pPr indent="0" lvl="0" marL="0" rtl="0" algn="l">
              <a:spcBef>
                <a:spcPts val="1200"/>
              </a:spcBef>
              <a:spcAft>
                <a:spcPts val="0"/>
              </a:spcAft>
              <a:buNone/>
            </a:pPr>
            <a:r>
              <a:rPr lang="en-GB"/>
              <a:t>FROM sakila.film</a:t>
            </a:r>
            <a:endParaRPr/>
          </a:p>
          <a:p>
            <a:pPr indent="0" lvl="0" marL="0" rtl="0" algn="l">
              <a:spcBef>
                <a:spcPts val="1200"/>
              </a:spcBef>
              <a:spcAft>
                <a:spcPts val="0"/>
              </a:spcAft>
              <a:buNone/>
            </a:pPr>
            <a:r>
              <a:rPr lang="en-GB"/>
              <a:t>LIMIT ?;';</a:t>
            </a:r>
            <a:endParaRPr/>
          </a:p>
          <a:p>
            <a:pPr indent="0" lvl="0" marL="0" rtl="0" algn="l">
              <a:spcBef>
                <a:spcPts val="1200"/>
              </a:spcBef>
              <a:spcAft>
                <a:spcPts val="0"/>
              </a:spcAft>
              <a:buNone/>
            </a:pPr>
            <a:r>
              <a:rPr lang="en-GB"/>
              <a:t>EXECUTE STMT USING @film_limit;</a:t>
            </a:r>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8"/>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Stored Procedures Explanation</a:t>
            </a:r>
            <a:endParaRPr/>
          </a:p>
        </p:txBody>
      </p:sp>
      <p:sp>
        <p:nvSpPr>
          <p:cNvPr id="94" name="Google Shape;94;p18"/>
          <p:cNvSpPr txBox="1"/>
          <p:nvPr>
            <p:ph idx="1" type="body"/>
          </p:nvPr>
        </p:nvSpPr>
        <p:spPr>
          <a:xfrm>
            <a:off x="387900" y="1489824"/>
            <a:ext cx="8368200" cy="3078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GB"/>
              <a:t>A stored procedure is a precompiled collection of SQL statements and optional control-flow logic that is stored in the database. It can be executed with a single call and allows you to encapsulate complex logic and reuse it across different applications or queries.</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GB"/>
              <a:t>In other words, a stored procedure is a block of SQL code that can include variable declarations, loops, conditionals, and even interactions with the data (like SELECT, INSERT, UPDATE, and DELETE statements). The procedure is stored on the database server and can be executed repeatedly without having to rewrite the SQL code each time.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Structure</a:t>
            </a:r>
            <a:endParaRPr/>
          </a:p>
        </p:txBody>
      </p:sp>
      <p:sp>
        <p:nvSpPr>
          <p:cNvPr id="100" name="Google Shape;100;p19"/>
          <p:cNvSpPr txBox="1"/>
          <p:nvPr>
            <p:ph idx="1" type="body"/>
          </p:nvPr>
        </p:nvSpPr>
        <p:spPr>
          <a:xfrm>
            <a:off x="387900" y="1489824"/>
            <a:ext cx="8368200" cy="30789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a:t>Structure of a Stored Procedure</a:t>
            </a:r>
            <a:endParaRPr/>
          </a:p>
          <a:p>
            <a:pPr indent="0" lvl="0" marL="0" rtl="0" algn="l">
              <a:spcBef>
                <a:spcPts val="1200"/>
              </a:spcBef>
              <a:spcAft>
                <a:spcPts val="0"/>
              </a:spcAft>
              <a:buNone/>
            </a:pPr>
            <a:r>
              <a:rPr lang="en-GB"/>
              <a:t>A stored procedure typically has the following structure:</a:t>
            </a:r>
            <a:endParaRPr/>
          </a:p>
          <a:p>
            <a:pPr indent="0" lvl="0" marL="0" rtl="0" algn="l">
              <a:spcBef>
                <a:spcPts val="1200"/>
              </a:spcBef>
              <a:spcAft>
                <a:spcPts val="0"/>
              </a:spcAft>
              <a:buNone/>
            </a:pPr>
            <a:r>
              <a:rPr b="1" lang="en-GB"/>
              <a:t>Parameters:</a:t>
            </a:r>
            <a:r>
              <a:rPr lang="en-GB"/>
              <a:t> You can pass parameters (inputs) to the procedure and get outputs back.</a:t>
            </a:r>
            <a:endParaRPr/>
          </a:p>
          <a:p>
            <a:pPr indent="0" lvl="0" marL="0" rtl="0" algn="l">
              <a:spcBef>
                <a:spcPts val="1200"/>
              </a:spcBef>
              <a:spcAft>
                <a:spcPts val="0"/>
              </a:spcAft>
              <a:buNone/>
            </a:pPr>
            <a:r>
              <a:rPr b="1" lang="en-GB"/>
              <a:t>Logic:</a:t>
            </a:r>
            <a:r>
              <a:rPr lang="en-GB"/>
              <a:t> The procedure can contain conditional statements (like IF), loops (like WHILE), and SQL queries.</a:t>
            </a:r>
            <a:endParaRPr/>
          </a:p>
          <a:p>
            <a:pPr indent="0" lvl="0" marL="0" rtl="0" algn="l">
              <a:spcBef>
                <a:spcPts val="1200"/>
              </a:spcBef>
              <a:spcAft>
                <a:spcPts val="1200"/>
              </a:spcAft>
              <a:buNone/>
            </a:pPr>
            <a:r>
              <a:rPr b="1" lang="en-GB"/>
              <a:t>Return Values:</a:t>
            </a:r>
            <a:r>
              <a:rPr lang="en-GB"/>
              <a:t> Procedures can return values or a dataset (result set) after execution.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0"/>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Parameters (IN, OUT, INOUT)</a:t>
            </a:r>
            <a:endParaRPr/>
          </a:p>
        </p:txBody>
      </p:sp>
      <p:sp>
        <p:nvSpPr>
          <p:cNvPr id="106" name="Google Shape;106;p20"/>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Default type</a:t>
            </a:r>
            <a:endParaRPr/>
          </a:p>
          <a:p>
            <a:pPr indent="0" lvl="0" marL="0" rtl="0" algn="l">
              <a:spcBef>
                <a:spcPts val="1200"/>
              </a:spcBef>
              <a:spcAft>
                <a:spcPts val="0"/>
              </a:spcAft>
              <a:buNone/>
            </a:pPr>
            <a:r>
              <a:rPr lang="en-GB"/>
              <a:t>Used to pass values INTO the procedure</a:t>
            </a:r>
            <a:endParaRPr/>
          </a:p>
          <a:p>
            <a:pPr indent="0" lvl="0" marL="0" rtl="0" algn="l">
              <a:spcBef>
                <a:spcPts val="1200"/>
              </a:spcBef>
              <a:spcAft>
                <a:spcPts val="0"/>
              </a:spcAft>
              <a:buNone/>
            </a:pPr>
            <a:r>
              <a:rPr lang="en-GB"/>
              <a:t>Read-only inside procedure</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GB"/>
              <a:t>IN customer_id INT</a:t>
            </a:r>
            <a:endParaRPr/>
          </a:p>
          <a:p>
            <a:pPr indent="0" lvl="0" marL="0" rtl="0" algn="l">
              <a:spcBef>
                <a:spcPts val="1200"/>
              </a:spcBef>
              <a:spcAft>
                <a:spcPts val="1200"/>
              </a:spcAft>
              <a:buNone/>
            </a:pPr>
            <a:r>
              <a:rPr lang="en-GB"/>
              <a:t>OUT total_amount DECIMAL(10,2)</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1"/>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Declaring Variables</a:t>
            </a:r>
            <a:endParaRPr/>
          </a:p>
        </p:txBody>
      </p:sp>
      <p:sp>
        <p:nvSpPr>
          <p:cNvPr id="112" name="Google Shape;112;p21"/>
          <p:cNvSpPr txBox="1"/>
          <p:nvPr>
            <p:ph idx="1" type="body"/>
          </p:nvPr>
        </p:nvSpPr>
        <p:spPr>
          <a:xfrm>
            <a:off x="387900" y="1489824"/>
            <a:ext cx="8368200" cy="30789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GB"/>
              <a:t>DECLARE variable_name datatype;</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GB"/>
              <a:t>DECLARE total DECIMAL(10,2);</a:t>
            </a:r>
            <a:endParaRPr/>
          </a:p>
          <a:p>
            <a:pPr indent="0" lvl="0" marL="0" rtl="0" algn="l">
              <a:spcBef>
                <a:spcPts val="1200"/>
              </a:spcBef>
              <a:spcAft>
                <a:spcPts val="0"/>
              </a:spcAft>
              <a:buNone/>
            </a:pPr>
            <a:r>
              <a:rPr lang="en-GB"/>
              <a:t>DECLARE rental_count INT DEFAULT 0;</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GB"/>
              <a:t>Must be declared at top of BEGIN block</a:t>
            </a:r>
            <a:endParaRPr/>
          </a:p>
          <a:p>
            <a:pPr indent="0" lvl="0" marL="0" rtl="0" algn="l">
              <a:spcBef>
                <a:spcPts val="1200"/>
              </a:spcBef>
              <a:spcAft>
                <a:spcPts val="1200"/>
              </a:spcAft>
              <a:buNone/>
            </a:pPr>
            <a:r>
              <a:rPr lang="en-GB"/>
              <a:t>Scope is inside the procedure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2"/>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SELECT INTO (Assigning Values to Variables)</a:t>
            </a:r>
            <a:endParaRPr/>
          </a:p>
        </p:txBody>
      </p:sp>
      <p:sp>
        <p:nvSpPr>
          <p:cNvPr id="118" name="Google Shape;118;p22"/>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Store query result inside variable</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GB"/>
              <a:t>SELECT column_name</a:t>
            </a:r>
            <a:endParaRPr/>
          </a:p>
          <a:p>
            <a:pPr indent="0" lvl="0" marL="0" rtl="0" algn="l">
              <a:spcBef>
                <a:spcPts val="1200"/>
              </a:spcBef>
              <a:spcAft>
                <a:spcPts val="0"/>
              </a:spcAft>
              <a:buNone/>
            </a:pPr>
            <a:r>
              <a:rPr lang="en-GB"/>
              <a:t>INTO variable_name</a:t>
            </a:r>
            <a:endParaRPr/>
          </a:p>
          <a:p>
            <a:pPr indent="0" lvl="0" marL="0" rtl="0" algn="l">
              <a:spcBef>
                <a:spcPts val="1200"/>
              </a:spcBef>
              <a:spcAft>
                <a:spcPts val="0"/>
              </a:spcAft>
              <a:buNone/>
            </a:pPr>
            <a:r>
              <a:rPr lang="en-GB"/>
              <a:t>FROM table</a:t>
            </a:r>
            <a:endParaRPr/>
          </a:p>
          <a:p>
            <a:pPr indent="0" lvl="0" marL="0" rtl="0" algn="l">
              <a:spcBef>
                <a:spcPts val="1200"/>
              </a:spcBef>
              <a:spcAft>
                <a:spcPts val="1200"/>
              </a:spcAft>
              <a:buNone/>
            </a:pPr>
            <a:r>
              <a:rPr lang="en-GB"/>
              <a:t>WHERE condition;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3"/>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Condition Logic</a:t>
            </a:r>
            <a:endParaRPr/>
          </a:p>
        </p:txBody>
      </p:sp>
      <p:sp>
        <p:nvSpPr>
          <p:cNvPr id="124" name="Google Shape;124;p23"/>
          <p:cNvSpPr txBox="1"/>
          <p:nvPr>
            <p:ph idx="1" type="body"/>
          </p:nvPr>
        </p:nvSpPr>
        <p:spPr>
          <a:xfrm>
            <a:off x="387900" y="1489824"/>
            <a:ext cx="8368200" cy="30789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523"/>
              <a:buNone/>
            </a:pPr>
            <a:r>
              <a:rPr lang="en-GB" sz="1055"/>
              <a:t>IF condition THEN</a:t>
            </a:r>
            <a:endParaRPr sz="1055"/>
          </a:p>
          <a:p>
            <a:pPr indent="0" lvl="0" marL="0" rtl="0" algn="l">
              <a:lnSpc>
                <a:spcPct val="95000"/>
              </a:lnSpc>
              <a:spcBef>
                <a:spcPts val="1200"/>
              </a:spcBef>
              <a:spcAft>
                <a:spcPts val="0"/>
              </a:spcAft>
              <a:buSzPts val="523"/>
              <a:buNone/>
            </a:pPr>
            <a:r>
              <a:rPr lang="en-GB" sz="1055"/>
              <a:t>   statement;</a:t>
            </a:r>
            <a:endParaRPr sz="1055"/>
          </a:p>
          <a:p>
            <a:pPr indent="0" lvl="0" marL="0" rtl="0" algn="l">
              <a:lnSpc>
                <a:spcPct val="95000"/>
              </a:lnSpc>
              <a:spcBef>
                <a:spcPts val="1200"/>
              </a:spcBef>
              <a:spcAft>
                <a:spcPts val="0"/>
              </a:spcAft>
              <a:buSzPts val="523"/>
              <a:buNone/>
            </a:pPr>
            <a:r>
              <a:rPr lang="en-GB" sz="1055"/>
              <a:t>ELSE</a:t>
            </a:r>
            <a:endParaRPr sz="1055"/>
          </a:p>
          <a:p>
            <a:pPr indent="0" lvl="0" marL="0" rtl="0" algn="l">
              <a:lnSpc>
                <a:spcPct val="95000"/>
              </a:lnSpc>
              <a:spcBef>
                <a:spcPts val="1200"/>
              </a:spcBef>
              <a:spcAft>
                <a:spcPts val="0"/>
              </a:spcAft>
              <a:buSzPts val="523"/>
              <a:buNone/>
            </a:pPr>
            <a:r>
              <a:rPr lang="en-GB" sz="1055"/>
              <a:t>   statement;</a:t>
            </a:r>
            <a:endParaRPr sz="1055"/>
          </a:p>
          <a:p>
            <a:pPr indent="0" lvl="0" marL="0" rtl="0" algn="l">
              <a:lnSpc>
                <a:spcPct val="95000"/>
              </a:lnSpc>
              <a:spcBef>
                <a:spcPts val="1200"/>
              </a:spcBef>
              <a:spcAft>
                <a:spcPts val="0"/>
              </a:spcAft>
              <a:buSzPts val="523"/>
              <a:buNone/>
            </a:pPr>
            <a:r>
              <a:rPr lang="en-GB" sz="1055"/>
              <a:t>END IF;</a:t>
            </a:r>
            <a:endParaRPr sz="1055"/>
          </a:p>
          <a:p>
            <a:pPr indent="0" lvl="0" marL="0" rtl="0" algn="l">
              <a:lnSpc>
                <a:spcPct val="95000"/>
              </a:lnSpc>
              <a:spcBef>
                <a:spcPts val="1200"/>
              </a:spcBef>
              <a:spcAft>
                <a:spcPts val="0"/>
              </a:spcAft>
              <a:buSzPts val="523"/>
              <a:buNone/>
            </a:pPr>
            <a:r>
              <a:rPr lang="en-GB" sz="1055"/>
              <a:t>Example:</a:t>
            </a:r>
            <a:endParaRPr sz="1055"/>
          </a:p>
          <a:p>
            <a:pPr indent="0" lvl="0" marL="0" rtl="0" algn="l">
              <a:lnSpc>
                <a:spcPct val="95000"/>
              </a:lnSpc>
              <a:spcBef>
                <a:spcPts val="1200"/>
              </a:spcBef>
              <a:spcAft>
                <a:spcPts val="0"/>
              </a:spcAft>
              <a:buSzPts val="523"/>
              <a:buNone/>
            </a:pPr>
            <a:r>
              <a:rPr lang="en-GB" sz="1055"/>
              <a:t>IF total &gt; 100 THEN</a:t>
            </a:r>
            <a:endParaRPr sz="1055"/>
          </a:p>
          <a:p>
            <a:pPr indent="0" lvl="0" marL="0" rtl="0" algn="l">
              <a:lnSpc>
                <a:spcPct val="95000"/>
              </a:lnSpc>
              <a:spcBef>
                <a:spcPts val="1200"/>
              </a:spcBef>
              <a:spcAft>
                <a:spcPts val="0"/>
              </a:spcAft>
              <a:buSzPts val="523"/>
              <a:buNone/>
            </a:pPr>
            <a:r>
              <a:rPr lang="en-GB" sz="1055"/>
              <a:t>   SET status = 'VIP';</a:t>
            </a:r>
            <a:endParaRPr sz="1055"/>
          </a:p>
          <a:p>
            <a:pPr indent="0" lvl="0" marL="0" rtl="0" algn="l">
              <a:lnSpc>
                <a:spcPct val="95000"/>
              </a:lnSpc>
              <a:spcBef>
                <a:spcPts val="1200"/>
              </a:spcBef>
              <a:spcAft>
                <a:spcPts val="0"/>
              </a:spcAft>
              <a:buSzPts val="523"/>
              <a:buNone/>
            </a:pPr>
            <a:r>
              <a:rPr lang="en-GB" sz="1055"/>
              <a:t>ELSE</a:t>
            </a:r>
            <a:endParaRPr sz="1055"/>
          </a:p>
          <a:p>
            <a:pPr indent="0" lvl="0" marL="0" rtl="0" algn="l">
              <a:lnSpc>
                <a:spcPct val="95000"/>
              </a:lnSpc>
              <a:spcBef>
                <a:spcPts val="1200"/>
              </a:spcBef>
              <a:spcAft>
                <a:spcPts val="0"/>
              </a:spcAft>
              <a:buSzPts val="523"/>
              <a:buNone/>
            </a:pPr>
            <a:r>
              <a:rPr lang="en-GB" sz="1055"/>
              <a:t>   SET status = 'Regular';</a:t>
            </a:r>
            <a:endParaRPr sz="1055"/>
          </a:p>
          <a:p>
            <a:pPr indent="0" lvl="0" marL="0" rtl="0" algn="l">
              <a:lnSpc>
                <a:spcPct val="95000"/>
              </a:lnSpc>
              <a:spcBef>
                <a:spcPts val="1200"/>
              </a:spcBef>
              <a:spcAft>
                <a:spcPts val="1200"/>
              </a:spcAft>
              <a:buSzPts val="523"/>
              <a:buNone/>
            </a:pPr>
            <a:r>
              <a:rPr lang="en-GB" sz="1055"/>
              <a:t>END IF;</a:t>
            </a:r>
            <a:endParaRPr sz="1055"/>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4"/>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 Cursors (Row-by-Row Processing)</a:t>
            </a:r>
            <a:endParaRPr/>
          </a:p>
        </p:txBody>
      </p:sp>
      <p:sp>
        <p:nvSpPr>
          <p:cNvPr id="130" name="Google Shape;130;p24"/>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A cursor allows you to process query results one row at a time.</a:t>
            </a:r>
            <a:endParaRPr/>
          </a:p>
          <a:p>
            <a:pPr indent="0" lvl="0" marL="0" rtl="0" algn="l">
              <a:spcBef>
                <a:spcPts val="1200"/>
              </a:spcBef>
              <a:spcAft>
                <a:spcPts val="0"/>
              </a:spcAft>
              <a:buNone/>
            </a:pPr>
            <a:r>
              <a:rPr lang="en-GB"/>
              <a:t>Used when:</a:t>
            </a:r>
            <a:endParaRPr/>
          </a:p>
          <a:p>
            <a:pPr indent="-342900" lvl="0" marL="457200" rtl="0" algn="l">
              <a:spcBef>
                <a:spcPts val="1200"/>
              </a:spcBef>
              <a:spcAft>
                <a:spcPts val="0"/>
              </a:spcAft>
              <a:buSzPts val="1800"/>
              <a:buChar char="●"/>
            </a:pPr>
            <a:r>
              <a:rPr lang="en-GB"/>
              <a:t>Updating row by row</a:t>
            </a:r>
            <a:endParaRPr/>
          </a:p>
          <a:p>
            <a:pPr indent="-342900" lvl="0" marL="457200" rtl="0" algn="l">
              <a:spcBef>
                <a:spcPts val="0"/>
              </a:spcBef>
              <a:spcAft>
                <a:spcPts val="0"/>
              </a:spcAft>
              <a:buSzPts val="1800"/>
              <a:buChar char="●"/>
            </a:pPr>
            <a:r>
              <a:rPr lang="en-GB"/>
              <a:t>Complex business logic per record</a:t>
            </a:r>
            <a:endParaRPr/>
          </a:p>
          <a:p>
            <a:pPr indent="0" lvl="0" marL="457200" rtl="0" algn="l">
              <a:spcBef>
                <a:spcPts val="120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5"/>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Cursor Structure</a:t>
            </a:r>
            <a:endParaRPr/>
          </a:p>
        </p:txBody>
      </p:sp>
      <p:sp>
        <p:nvSpPr>
          <p:cNvPr id="136" name="Google Shape;136;p25"/>
          <p:cNvSpPr txBox="1"/>
          <p:nvPr>
            <p:ph idx="1" type="body"/>
          </p:nvPr>
        </p:nvSpPr>
        <p:spPr>
          <a:xfrm>
            <a:off x="387900" y="1489824"/>
            <a:ext cx="8368200" cy="30789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a:t>DECLARE cursor_name CURSOR FOR</a:t>
            </a:r>
            <a:endParaRPr/>
          </a:p>
          <a:p>
            <a:pPr indent="0" lvl="0" marL="0" rtl="0" algn="l">
              <a:spcBef>
                <a:spcPts val="1200"/>
              </a:spcBef>
              <a:spcAft>
                <a:spcPts val="0"/>
              </a:spcAft>
              <a:buNone/>
            </a:pPr>
            <a:r>
              <a:rPr lang="en-GB"/>
              <a:t>   SELECT column FROM table;</a:t>
            </a:r>
            <a:endParaRPr/>
          </a:p>
          <a:p>
            <a:pPr indent="0" lvl="0" marL="0" rtl="0" algn="l">
              <a:spcBef>
                <a:spcPts val="1200"/>
              </a:spcBef>
              <a:spcAft>
                <a:spcPts val="0"/>
              </a:spcAft>
              <a:buNone/>
            </a:pPr>
            <a:r>
              <a:rPr lang="en-GB"/>
              <a:t>DECLARE CONTINUE HANDLER FOR NOT FOUND</a:t>
            </a:r>
            <a:endParaRPr/>
          </a:p>
          <a:p>
            <a:pPr indent="0" lvl="0" marL="0" rtl="0" algn="l">
              <a:spcBef>
                <a:spcPts val="1200"/>
              </a:spcBef>
              <a:spcAft>
                <a:spcPts val="0"/>
              </a:spcAft>
              <a:buNone/>
            </a:pPr>
            <a:r>
              <a:rPr lang="en-GB"/>
              <a:t>   SET done = 1;</a:t>
            </a:r>
            <a:endParaRPr/>
          </a:p>
          <a:p>
            <a:pPr indent="0" lvl="0" marL="0" rtl="0" algn="l">
              <a:spcBef>
                <a:spcPts val="1200"/>
              </a:spcBef>
              <a:spcAft>
                <a:spcPts val="0"/>
              </a:spcAft>
              <a:buNone/>
            </a:pPr>
            <a:r>
              <a:rPr lang="en-GB"/>
              <a:t>OPEN cursor_name;</a:t>
            </a:r>
            <a:endParaRPr/>
          </a:p>
          <a:p>
            <a:pPr indent="0" lvl="0" marL="0" rtl="0" algn="l">
              <a:spcBef>
                <a:spcPts val="1200"/>
              </a:spcBef>
              <a:spcAft>
                <a:spcPts val="0"/>
              </a:spcAft>
              <a:buNone/>
            </a:pPr>
            <a:r>
              <a:rPr lang="en-GB"/>
              <a:t>FETCH cursor_name INTO variable;</a:t>
            </a:r>
            <a:endParaRPr/>
          </a:p>
          <a:p>
            <a:pPr indent="0" lvl="0" marL="0" rtl="0" algn="l">
              <a:spcBef>
                <a:spcPts val="1200"/>
              </a:spcBef>
              <a:spcAft>
                <a:spcPts val="1200"/>
              </a:spcAft>
              <a:buNone/>
            </a:pPr>
            <a:r>
              <a:rPr lang="en-GB"/>
              <a:t>CLOSE cursor_name;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6"/>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Loop Structure</a:t>
            </a:r>
            <a:endParaRPr/>
          </a:p>
        </p:txBody>
      </p:sp>
      <p:sp>
        <p:nvSpPr>
          <p:cNvPr id="142" name="Google Shape;142;p26"/>
          <p:cNvSpPr txBox="1"/>
          <p:nvPr>
            <p:ph idx="1" type="body"/>
          </p:nvPr>
        </p:nvSpPr>
        <p:spPr>
          <a:xfrm>
            <a:off x="387900" y="1489825"/>
            <a:ext cx="3679500" cy="30789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a:t>read_loop: LOOP</a:t>
            </a:r>
            <a:endParaRPr/>
          </a:p>
          <a:p>
            <a:pPr indent="0" lvl="0" marL="0" rtl="0" algn="l">
              <a:spcBef>
                <a:spcPts val="1200"/>
              </a:spcBef>
              <a:spcAft>
                <a:spcPts val="0"/>
              </a:spcAft>
              <a:buNone/>
            </a:pPr>
            <a:r>
              <a:rPr lang="en-GB"/>
              <a:t>   FETCH cursor_name INTO var;</a:t>
            </a:r>
            <a:endParaRPr/>
          </a:p>
          <a:p>
            <a:pPr indent="0" lvl="0" marL="0" rtl="0" algn="l">
              <a:spcBef>
                <a:spcPts val="1200"/>
              </a:spcBef>
              <a:spcAft>
                <a:spcPts val="0"/>
              </a:spcAft>
              <a:buNone/>
            </a:pPr>
            <a:r>
              <a:rPr lang="en-GB"/>
              <a:t>   IF done THEN</a:t>
            </a:r>
            <a:endParaRPr/>
          </a:p>
          <a:p>
            <a:pPr indent="0" lvl="0" marL="0" rtl="0" algn="l">
              <a:spcBef>
                <a:spcPts val="1200"/>
              </a:spcBef>
              <a:spcAft>
                <a:spcPts val="0"/>
              </a:spcAft>
              <a:buNone/>
            </a:pPr>
            <a:r>
              <a:rPr lang="en-GB"/>
              <a:t>      LEAVE read_loop;</a:t>
            </a:r>
            <a:endParaRPr/>
          </a:p>
          <a:p>
            <a:pPr indent="0" lvl="0" marL="0" rtl="0" algn="l">
              <a:spcBef>
                <a:spcPts val="1200"/>
              </a:spcBef>
              <a:spcAft>
                <a:spcPts val="0"/>
              </a:spcAft>
              <a:buNone/>
            </a:pPr>
            <a:r>
              <a:rPr lang="en-GB"/>
              <a:t>   END IF;</a:t>
            </a:r>
            <a:endParaRPr/>
          </a:p>
          <a:p>
            <a:pPr indent="0" lvl="0" marL="0" rtl="0" algn="l">
              <a:spcBef>
                <a:spcPts val="1200"/>
              </a:spcBef>
              <a:spcAft>
                <a:spcPts val="0"/>
              </a:spcAft>
              <a:buNone/>
            </a:pPr>
            <a:r>
              <a:rPr lang="en-GB"/>
              <a:t>END LOOP;</a:t>
            </a:r>
            <a:endParaRPr/>
          </a:p>
          <a:p>
            <a:pPr indent="0" lvl="0" marL="0" rtl="0" algn="l">
              <a:spcBef>
                <a:spcPts val="1200"/>
              </a:spcBef>
              <a:spcAft>
                <a:spcPts val="1200"/>
              </a:spcAft>
              <a:buNone/>
            </a:pPr>
            <a:r>
              <a:t/>
            </a:r>
            <a:endParaRPr/>
          </a:p>
        </p:txBody>
      </p:sp>
      <p:sp>
        <p:nvSpPr>
          <p:cNvPr id="143" name="Google Shape;143;p26"/>
          <p:cNvSpPr txBox="1"/>
          <p:nvPr/>
        </p:nvSpPr>
        <p:spPr>
          <a:xfrm>
            <a:off x="4494625" y="1281925"/>
            <a:ext cx="4051500" cy="295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Roboto"/>
                <a:ea typeface="Roboto"/>
                <a:cs typeface="Roboto"/>
                <a:sym typeface="Roboto"/>
              </a:rPr>
              <a:t>WHILE condition DO</a:t>
            </a:r>
            <a:endParaRPr sz="1800">
              <a:solidFill>
                <a:schemeClr val="dk1"/>
              </a:solidFill>
              <a:latin typeface="Roboto"/>
              <a:ea typeface="Roboto"/>
              <a:cs typeface="Roboto"/>
              <a:sym typeface="Roboto"/>
            </a:endParaRPr>
          </a:p>
          <a:p>
            <a:pPr indent="0" lvl="0" marL="0" rtl="0" algn="l">
              <a:spcBef>
                <a:spcPts val="0"/>
              </a:spcBef>
              <a:spcAft>
                <a:spcPts val="0"/>
              </a:spcAft>
              <a:buNone/>
            </a:pPr>
            <a:r>
              <a:rPr lang="en-GB" sz="1800">
                <a:solidFill>
                  <a:schemeClr val="dk1"/>
                </a:solidFill>
                <a:latin typeface="Roboto"/>
                <a:ea typeface="Roboto"/>
                <a:cs typeface="Roboto"/>
                <a:sym typeface="Roboto"/>
              </a:rPr>
              <a:t>   statements;</a:t>
            </a:r>
            <a:endParaRPr sz="1800">
              <a:solidFill>
                <a:schemeClr val="dk1"/>
              </a:solidFill>
              <a:latin typeface="Roboto"/>
              <a:ea typeface="Roboto"/>
              <a:cs typeface="Roboto"/>
              <a:sym typeface="Roboto"/>
            </a:endParaRPr>
          </a:p>
          <a:p>
            <a:pPr indent="0" lvl="0" marL="0" rtl="0" algn="l">
              <a:spcBef>
                <a:spcPts val="0"/>
              </a:spcBef>
              <a:spcAft>
                <a:spcPts val="0"/>
              </a:spcAft>
              <a:buNone/>
            </a:pPr>
            <a:r>
              <a:rPr lang="en-GB" sz="1800">
                <a:solidFill>
                  <a:schemeClr val="dk1"/>
                </a:solidFill>
                <a:latin typeface="Roboto"/>
                <a:ea typeface="Roboto"/>
                <a:cs typeface="Roboto"/>
                <a:sym typeface="Roboto"/>
              </a:rPr>
              <a:t>END WHILE;</a:t>
            </a:r>
            <a:endParaRPr sz="1800">
              <a:solidFill>
                <a:schemeClr val="dk1"/>
              </a:solidFill>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7"/>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Example</a:t>
            </a:r>
            <a:endParaRPr/>
          </a:p>
        </p:txBody>
      </p:sp>
      <p:sp>
        <p:nvSpPr>
          <p:cNvPr id="149" name="Google Shape;149;p27"/>
          <p:cNvSpPr txBox="1"/>
          <p:nvPr>
            <p:ph idx="1" type="body"/>
          </p:nvPr>
        </p:nvSpPr>
        <p:spPr>
          <a:xfrm>
            <a:off x="387900" y="1489824"/>
            <a:ext cx="8368200" cy="30789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GB"/>
              <a:t>DELIMITER //</a:t>
            </a:r>
            <a:endParaRPr/>
          </a:p>
          <a:p>
            <a:pPr indent="0" lvl="0" marL="0" rtl="0" algn="l">
              <a:spcBef>
                <a:spcPts val="1200"/>
              </a:spcBef>
              <a:spcAft>
                <a:spcPts val="0"/>
              </a:spcAft>
              <a:buNone/>
            </a:pPr>
            <a:r>
              <a:rPr lang="en-GB"/>
              <a:t>CREATE PROCEDURE GetFilmsByRentalRate(IN rate_threshold DECIMAL(4,2))</a:t>
            </a:r>
            <a:endParaRPr/>
          </a:p>
          <a:p>
            <a:pPr indent="0" lvl="0" marL="0" rtl="0" algn="l">
              <a:spcBef>
                <a:spcPts val="1200"/>
              </a:spcBef>
              <a:spcAft>
                <a:spcPts val="0"/>
              </a:spcAft>
              <a:buNone/>
            </a:pPr>
            <a:r>
              <a:rPr lang="en-GB"/>
              <a:t>BEGIN</a:t>
            </a:r>
            <a:endParaRPr/>
          </a:p>
          <a:p>
            <a:pPr indent="0" lvl="0" marL="0" rtl="0" algn="l">
              <a:spcBef>
                <a:spcPts val="1200"/>
              </a:spcBef>
              <a:spcAft>
                <a:spcPts val="0"/>
              </a:spcAft>
              <a:buNone/>
            </a:pPr>
            <a:r>
              <a:rPr lang="en-GB"/>
              <a:t>    SELECT title, rental_rate</a:t>
            </a:r>
            <a:endParaRPr/>
          </a:p>
          <a:p>
            <a:pPr indent="0" lvl="0" marL="0" rtl="0" algn="l">
              <a:spcBef>
                <a:spcPts val="1200"/>
              </a:spcBef>
              <a:spcAft>
                <a:spcPts val="0"/>
              </a:spcAft>
              <a:buNone/>
            </a:pPr>
            <a:r>
              <a:rPr lang="en-GB"/>
              <a:t>    FROM sakila.film</a:t>
            </a:r>
            <a:endParaRPr/>
          </a:p>
          <a:p>
            <a:pPr indent="0" lvl="0" marL="0" rtl="0" algn="l">
              <a:spcBef>
                <a:spcPts val="1200"/>
              </a:spcBef>
              <a:spcAft>
                <a:spcPts val="0"/>
              </a:spcAft>
              <a:buNone/>
            </a:pPr>
            <a:r>
              <a:rPr lang="en-GB"/>
              <a:t>    WHERE rental_rate &gt; rate_threshold;</a:t>
            </a:r>
            <a:endParaRPr/>
          </a:p>
          <a:p>
            <a:pPr indent="0" lvl="0" marL="0" rtl="0" algn="l">
              <a:spcBef>
                <a:spcPts val="1200"/>
              </a:spcBef>
              <a:spcAft>
                <a:spcPts val="0"/>
              </a:spcAft>
              <a:buNone/>
            </a:pPr>
            <a:r>
              <a:rPr lang="en-GB"/>
              <a:t>END //</a:t>
            </a:r>
            <a:endParaRPr/>
          </a:p>
          <a:p>
            <a:pPr indent="0" lvl="0" marL="0" rtl="0" algn="l">
              <a:spcBef>
                <a:spcPts val="1200"/>
              </a:spcBef>
              <a:spcAft>
                <a:spcPts val="1200"/>
              </a:spcAft>
              <a:buNone/>
            </a:pPr>
            <a:r>
              <a:rPr lang="en-GB"/>
              <a:t>DELIMITER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8"/>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Stored procedures</a:t>
            </a:r>
            <a:endParaRPr/>
          </a:p>
        </p:txBody>
      </p:sp>
      <p:sp>
        <p:nvSpPr>
          <p:cNvPr id="155" name="Google Shape;155;p28"/>
          <p:cNvSpPr txBox="1"/>
          <p:nvPr>
            <p:ph idx="1" type="body"/>
          </p:nvPr>
        </p:nvSpPr>
        <p:spPr>
          <a:xfrm>
            <a:off x="387900" y="1489824"/>
            <a:ext cx="8368200" cy="30789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275"/>
              <a:buNone/>
            </a:pPr>
            <a:r>
              <a:rPr lang="en-GB" sz="850"/>
              <a:t>DELIMITER //</a:t>
            </a:r>
            <a:endParaRPr sz="850"/>
          </a:p>
          <a:p>
            <a:pPr indent="0" lvl="0" marL="0" rtl="0" algn="l">
              <a:lnSpc>
                <a:spcPct val="95000"/>
              </a:lnSpc>
              <a:spcBef>
                <a:spcPts val="1200"/>
              </a:spcBef>
              <a:spcAft>
                <a:spcPts val="0"/>
              </a:spcAft>
              <a:buSzPts val="275"/>
              <a:buNone/>
            </a:pPr>
            <a:r>
              <a:rPr lang="en-GB" sz="850"/>
              <a:t>CREATE PROCEDURE get_frequent_rentals(IN num_rentals INT)</a:t>
            </a:r>
            <a:endParaRPr sz="850"/>
          </a:p>
          <a:p>
            <a:pPr indent="0" lvl="0" marL="0" rtl="0" algn="l">
              <a:lnSpc>
                <a:spcPct val="95000"/>
              </a:lnSpc>
              <a:spcBef>
                <a:spcPts val="1200"/>
              </a:spcBef>
              <a:spcAft>
                <a:spcPts val="0"/>
              </a:spcAft>
              <a:buSzPts val="275"/>
              <a:buNone/>
            </a:pPr>
            <a:r>
              <a:rPr lang="en-GB" sz="850"/>
              <a:t>BEGIN</a:t>
            </a:r>
            <a:endParaRPr sz="850"/>
          </a:p>
          <a:p>
            <a:pPr indent="0" lvl="0" marL="0" rtl="0" algn="l">
              <a:lnSpc>
                <a:spcPct val="95000"/>
              </a:lnSpc>
              <a:spcBef>
                <a:spcPts val="1200"/>
              </a:spcBef>
              <a:spcAft>
                <a:spcPts val="0"/>
              </a:spcAft>
              <a:buSzPts val="275"/>
              <a:buNone/>
            </a:pPr>
            <a:r>
              <a:rPr lang="en-GB" sz="850"/>
              <a:t>    DECLARE rental_count INT;    </a:t>
            </a:r>
            <a:endParaRPr sz="850"/>
          </a:p>
          <a:p>
            <a:pPr indent="0" lvl="0" marL="0" rtl="0" algn="l">
              <a:lnSpc>
                <a:spcPct val="95000"/>
              </a:lnSpc>
              <a:spcBef>
                <a:spcPts val="1200"/>
              </a:spcBef>
              <a:spcAft>
                <a:spcPts val="0"/>
              </a:spcAft>
              <a:buSzPts val="275"/>
              <a:buNone/>
            </a:pPr>
            <a:r>
              <a:rPr lang="en-GB" sz="850"/>
              <a:t>    SELECT COUNT(*)</a:t>
            </a:r>
            <a:endParaRPr sz="850"/>
          </a:p>
          <a:p>
            <a:pPr indent="0" lvl="0" marL="0" rtl="0" algn="l">
              <a:lnSpc>
                <a:spcPct val="95000"/>
              </a:lnSpc>
              <a:spcBef>
                <a:spcPts val="1200"/>
              </a:spcBef>
              <a:spcAft>
                <a:spcPts val="0"/>
              </a:spcAft>
              <a:buSzPts val="275"/>
              <a:buNone/>
            </a:pPr>
            <a:r>
              <a:rPr lang="en-GB" sz="850"/>
              <a:t>    INTO rental_count</a:t>
            </a:r>
            <a:endParaRPr sz="850"/>
          </a:p>
          <a:p>
            <a:pPr indent="0" lvl="0" marL="0" rtl="0" algn="l">
              <a:lnSpc>
                <a:spcPct val="95000"/>
              </a:lnSpc>
              <a:spcBef>
                <a:spcPts val="1200"/>
              </a:spcBef>
              <a:spcAft>
                <a:spcPts val="0"/>
              </a:spcAft>
              <a:buSzPts val="275"/>
              <a:buNone/>
            </a:pPr>
            <a:r>
              <a:rPr lang="en-GB" sz="850"/>
              <a:t>    FROM sakila.rental</a:t>
            </a:r>
            <a:endParaRPr sz="850"/>
          </a:p>
          <a:p>
            <a:pPr indent="0" lvl="0" marL="0" rtl="0" algn="l">
              <a:lnSpc>
                <a:spcPct val="95000"/>
              </a:lnSpc>
              <a:spcBef>
                <a:spcPts val="1200"/>
              </a:spcBef>
              <a:spcAft>
                <a:spcPts val="0"/>
              </a:spcAft>
              <a:buSzPts val="275"/>
              <a:buNone/>
            </a:pPr>
            <a:r>
              <a:rPr lang="en-GB" sz="850"/>
              <a:t>    WHERE film_id = num_rentals;</a:t>
            </a:r>
            <a:endParaRPr sz="850"/>
          </a:p>
          <a:p>
            <a:pPr indent="0" lvl="0" marL="0" rtl="0" algn="l">
              <a:lnSpc>
                <a:spcPct val="95000"/>
              </a:lnSpc>
              <a:spcBef>
                <a:spcPts val="1200"/>
              </a:spcBef>
              <a:spcAft>
                <a:spcPts val="0"/>
              </a:spcAft>
              <a:buSzPts val="275"/>
              <a:buNone/>
            </a:pPr>
            <a:r>
              <a:rPr lang="en-GB" sz="850"/>
              <a:t>    SELECT film.title, rental_count</a:t>
            </a:r>
            <a:endParaRPr sz="850"/>
          </a:p>
          <a:p>
            <a:pPr indent="0" lvl="0" marL="0" rtl="0" algn="l">
              <a:lnSpc>
                <a:spcPct val="95000"/>
              </a:lnSpc>
              <a:spcBef>
                <a:spcPts val="1200"/>
              </a:spcBef>
              <a:spcAft>
                <a:spcPts val="0"/>
              </a:spcAft>
              <a:buSzPts val="275"/>
              <a:buNone/>
            </a:pPr>
            <a:r>
              <a:rPr lang="en-GB" sz="850"/>
              <a:t>    FROM sakila.film</a:t>
            </a:r>
            <a:endParaRPr sz="850"/>
          </a:p>
          <a:p>
            <a:pPr indent="0" lvl="0" marL="0" rtl="0" algn="l">
              <a:lnSpc>
                <a:spcPct val="95000"/>
              </a:lnSpc>
              <a:spcBef>
                <a:spcPts val="1200"/>
              </a:spcBef>
              <a:spcAft>
                <a:spcPts val="0"/>
              </a:spcAft>
              <a:buSzPts val="275"/>
              <a:buNone/>
            </a:pPr>
            <a:r>
              <a:rPr lang="en-GB" sz="850"/>
              <a:t>    WHERE film.film_id = num_rentals;</a:t>
            </a:r>
            <a:endParaRPr sz="850"/>
          </a:p>
          <a:p>
            <a:pPr indent="0" lvl="0" marL="0" rtl="0" algn="l">
              <a:lnSpc>
                <a:spcPct val="95000"/>
              </a:lnSpc>
              <a:spcBef>
                <a:spcPts val="1200"/>
              </a:spcBef>
              <a:spcAft>
                <a:spcPts val="0"/>
              </a:spcAft>
              <a:buSzPts val="275"/>
              <a:buNone/>
            </a:pPr>
            <a:r>
              <a:rPr lang="en-GB" sz="850"/>
              <a:t>END //</a:t>
            </a:r>
            <a:endParaRPr sz="850"/>
          </a:p>
          <a:p>
            <a:pPr indent="0" lvl="0" marL="0" rtl="0" algn="l">
              <a:lnSpc>
                <a:spcPct val="95000"/>
              </a:lnSpc>
              <a:spcBef>
                <a:spcPts val="1200"/>
              </a:spcBef>
              <a:spcAft>
                <a:spcPts val="0"/>
              </a:spcAft>
              <a:buSzPts val="275"/>
              <a:buNone/>
            </a:pPr>
            <a:r>
              <a:rPr lang="en-GB" sz="850"/>
              <a:t>DELIMITER ;</a:t>
            </a:r>
            <a:endParaRPr sz="850"/>
          </a:p>
          <a:p>
            <a:pPr indent="0" lvl="0" marL="0" rtl="0" algn="l">
              <a:lnSpc>
                <a:spcPct val="95000"/>
              </a:lnSpc>
              <a:spcBef>
                <a:spcPts val="1200"/>
              </a:spcBef>
              <a:spcAft>
                <a:spcPts val="0"/>
              </a:spcAft>
              <a:buSzPts val="275"/>
              <a:buNone/>
            </a:pPr>
            <a:r>
              <a:t/>
            </a:r>
            <a:endParaRPr sz="850"/>
          </a:p>
          <a:p>
            <a:pPr indent="0" lvl="0" marL="0" rtl="0" algn="l">
              <a:lnSpc>
                <a:spcPct val="95000"/>
              </a:lnSpc>
              <a:spcBef>
                <a:spcPts val="1200"/>
              </a:spcBef>
              <a:spcAft>
                <a:spcPts val="1200"/>
              </a:spcAft>
              <a:buSzPts val="275"/>
              <a:buNone/>
            </a:pPr>
            <a:r>
              <a:t/>
            </a:r>
            <a:endParaRPr sz="85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9"/>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What Is SQL Injection?</a:t>
            </a:r>
            <a:endParaRPr/>
          </a:p>
        </p:txBody>
      </p:sp>
      <p:sp>
        <p:nvSpPr>
          <p:cNvPr id="161" name="Google Shape;161;p29"/>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SQL Injection is a security vulnerability where an attacker inserts malicious SQL code into an input field to manipulate the database.</a:t>
            </a:r>
            <a:endParaRPr/>
          </a:p>
          <a:p>
            <a:pPr indent="0" lvl="0" marL="0" rtl="0" algn="l">
              <a:spcBef>
                <a:spcPts val="1200"/>
              </a:spcBef>
              <a:spcAft>
                <a:spcPts val="0"/>
              </a:spcAft>
              <a:buNone/>
            </a:pPr>
            <a:r>
              <a:rPr lang="en-GB"/>
              <a:t>It happens when:</a:t>
            </a:r>
            <a:endParaRPr/>
          </a:p>
          <a:p>
            <a:pPr indent="-342900" lvl="0" marL="457200" rtl="0" algn="l">
              <a:spcBef>
                <a:spcPts val="1200"/>
              </a:spcBef>
              <a:spcAft>
                <a:spcPts val="0"/>
              </a:spcAft>
              <a:buSzPts val="1800"/>
              <a:buChar char="●"/>
            </a:pPr>
            <a:r>
              <a:rPr lang="en-GB"/>
              <a:t>User input is concatenated directly into SQL queries</a:t>
            </a:r>
            <a:endParaRPr/>
          </a:p>
          <a:p>
            <a:pPr indent="-342900" lvl="0" marL="457200" rtl="0" algn="l">
              <a:spcBef>
                <a:spcPts val="0"/>
              </a:spcBef>
              <a:spcAft>
                <a:spcPts val="0"/>
              </a:spcAft>
              <a:buSzPts val="1800"/>
              <a:buChar char="●"/>
            </a:pPr>
            <a:r>
              <a:rPr lang="en-GB"/>
              <a:t>No validation or parameterization is used</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0"/>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Classic Example</a:t>
            </a:r>
            <a:endParaRPr/>
          </a:p>
        </p:txBody>
      </p:sp>
      <p:sp>
        <p:nvSpPr>
          <p:cNvPr id="167" name="Google Shape;167;p30"/>
          <p:cNvSpPr txBox="1"/>
          <p:nvPr>
            <p:ph idx="1" type="body"/>
          </p:nvPr>
        </p:nvSpPr>
        <p:spPr>
          <a:xfrm>
            <a:off x="387900" y="1489824"/>
            <a:ext cx="8368200" cy="30789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a:t>SET @sql = CONCAT(</a:t>
            </a:r>
            <a:endParaRPr/>
          </a:p>
          <a:p>
            <a:pPr indent="0" lvl="0" marL="0" rtl="0" algn="l">
              <a:spcBef>
                <a:spcPts val="1200"/>
              </a:spcBef>
              <a:spcAft>
                <a:spcPts val="0"/>
              </a:spcAft>
              <a:buNone/>
            </a:pPr>
            <a:r>
              <a:rPr lang="en-GB"/>
              <a:t>   'SELECT * FROM customer WHERE email = ''',</a:t>
            </a:r>
            <a:endParaRPr/>
          </a:p>
          <a:p>
            <a:pPr indent="0" lvl="0" marL="0" rtl="0" algn="l">
              <a:spcBef>
                <a:spcPts val="1200"/>
              </a:spcBef>
              <a:spcAft>
                <a:spcPts val="0"/>
              </a:spcAft>
              <a:buNone/>
            </a:pPr>
            <a:r>
              <a:rPr lang="en-GB"/>
              <a:t>   user_input,</a:t>
            </a:r>
            <a:endParaRPr/>
          </a:p>
          <a:p>
            <a:pPr indent="0" lvl="0" marL="0" rtl="0" algn="l">
              <a:spcBef>
                <a:spcPts val="1200"/>
              </a:spcBef>
              <a:spcAft>
                <a:spcPts val="0"/>
              </a:spcAft>
              <a:buNone/>
            </a:pPr>
            <a:r>
              <a:rPr lang="en-GB"/>
              <a:t>   '''');</a:t>
            </a:r>
            <a:endParaRPr/>
          </a:p>
          <a:p>
            <a:pPr indent="0" lvl="0" marL="0" rtl="0" algn="l">
              <a:spcBef>
                <a:spcPts val="1200"/>
              </a:spcBef>
              <a:spcAft>
                <a:spcPts val="0"/>
              </a:spcAft>
              <a:buNone/>
            </a:pPr>
            <a:r>
              <a:rPr b="1" lang="en-GB"/>
              <a:t>‘anything' OR 1=1 –</a:t>
            </a:r>
            <a:endParaRPr b="1"/>
          </a:p>
          <a:p>
            <a:pPr indent="0" lvl="0" marL="0" rtl="0" algn="l">
              <a:spcBef>
                <a:spcPts val="1200"/>
              </a:spcBef>
              <a:spcAft>
                <a:spcPts val="0"/>
              </a:spcAft>
              <a:buNone/>
            </a:pPr>
            <a:r>
              <a:rPr b="1" lang="en-GB"/>
              <a:t>SELECT * FROM customer </a:t>
            </a:r>
            <a:endParaRPr b="1"/>
          </a:p>
          <a:p>
            <a:pPr indent="0" lvl="0" marL="0" rtl="0" algn="l">
              <a:spcBef>
                <a:spcPts val="1200"/>
              </a:spcBef>
              <a:spcAft>
                <a:spcPts val="1200"/>
              </a:spcAft>
              <a:buNone/>
            </a:pPr>
            <a:r>
              <a:rPr b="1" lang="en-GB"/>
              <a:t>WHERE email = 'anything' OR 1=1 --'</a:t>
            </a:r>
            <a:endParaRPr b="1"/>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1"/>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Dynamic SQL with variables</a:t>
            </a:r>
            <a:endParaRPr/>
          </a:p>
        </p:txBody>
      </p:sp>
      <p:sp>
        <p:nvSpPr>
          <p:cNvPr id="173" name="Google Shape;173;p31"/>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SET @dynamic_query = 'SELECT title FROM sakila.film WHERE rental_rate &gt; </a:t>
            </a:r>
            <a:r>
              <a:rPr lang="en-GB"/>
              <a:t>?</a:t>
            </a:r>
            <a:r>
              <a:rPr lang="en-GB"/>
              <a:t>';</a:t>
            </a:r>
            <a:endParaRPr/>
          </a:p>
          <a:p>
            <a:pPr indent="0" lvl="0" marL="0" rtl="0" algn="l">
              <a:spcBef>
                <a:spcPts val="1200"/>
              </a:spcBef>
              <a:spcAft>
                <a:spcPts val="0"/>
              </a:spcAft>
              <a:buNone/>
            </a:pPr>
            <a:r>
              <a:rPr lang="en-GB"/>
              <a:t>PREPARE stmt FROM @dynamic_query;</a:t>
            </a:r>
            <a:endParaRPr/>
          </a:p>
          <a:p>
            <a:pPr indent="0" lvl="0" marL="0" rtl="0" algn="l">
              <a:spcBef>
                <a:spcPts val="1200"/>
              </a:spcBef>
              <a:spcAft>
                <a:spcPts val="0"/>
              </a:spcAft>
              <a:buNone/>
            </a:pPr>
            <a:r>
              <a:rPr lang="en-GB"/>
              <a:t>SET @rental_rate_limit = 1=1;</a:t>
            </a:r>
            <a:endParaRPr/>
          </a:p>
          <a:p>
            <a:pPr indent="0" lvl="0" marL="0" rtl="0" algn="l">
              <a:spcBef>
                <a:spcPts val="1200"/>
              </a:spcBef>
              <a:spcAft>
                <a:spcPts val="0"/>
              </a:spcAft>
              <a:buNone/>
            </a:pPr>
            <a:r>
              <a:rPr lang="en-GB"/>
              <a:t>EXECUTE stmt USING @rental_rate_limit;</a:t>
            </a:r>
            <a:endParaRPr/>
          </a:p>
          <a:p>
            <a:pPr indent="0" lvl="0" marL="0" rtl="0" algn="l">
              <a:spcBef>
                <a:spcPts val="1200"/>
              </a:spcBef>
              <a:spcAft>
                <a:spcPts val="1200"/>
              </a:spcAft>
              <a:buNone/>
            </a:pPr>
            <a:r>
              <a:rPr lang="en-GB"/>
              <a:t>DEALLOCATE PREPARE stmt;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2"/>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Exercises</a:t>
            </a:r>
            <a:endParaRPr/>
          </a:p>
        </p:txBody>
      </p:sp>
      <p:sp>
        <p:nvSpPr>
          <p:cNvPr id="179" name="Google Shape;179;p32"/>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https://docs.google.com/document/d/1tQcT6KhCFQbH-bVO28Qf6IgkKu9UDXBSDWwQh_rKxVg/edit?tab=t.0</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