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Slab"/>
      <p:regular r:id="rId27"/>
      <p:bold r:id="rId28"/>
    </p:embeddedFon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lab-bold.fntdata"/><Relationship Id="rId27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999c1b999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999c1b999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999c1b999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999c1b999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99c1b999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999c1b999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999c1b999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999c1b999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999c1b999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999c1b999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999c1b999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999c1b999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99c1b999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999c1b999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999c1b999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999c1b999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99c1b999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999c1b999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999c1b999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999c1b999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999c1b999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999c1b999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999c1b999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999c1b999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999c1b999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999c1b999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999c1b999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999c1b999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999c1b999c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999c1b999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999c1b999c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999c1b999c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999c1b999c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999c1b999c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999c1b999c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999c1b999c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999c1b999c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999c1b999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999c1b999c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999c1b999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Session 18-19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 Shell and DJango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 mongo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start the MongoDB Shell, open your terminal or command prompt and type: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m</a:t>
            </a:r>
            <a:r>
              <a:rPr b="1" lang="en-GB"/>
              <a:t>ongosh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Or the name you have installed. You may need to add it to the path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use a database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in the MongoDB Shell, you can connect to a specific database using the ‘use command. If the database doesn't exist, MongoDB will create it when you insert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use mydatabase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commands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show dbs: </a:t>
            </a:r>
            <a:r>
              <a:rPr lang="en-GB"/>
              <a:t>Displays a list of all databases on the MongoDB server.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show collections: </a:t>
            </a:r>
            <a:r>
              <a:rPr lang="en-GB"/>
              <a:t>Lists all collections in the currently selected database.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db: </a:t>
            </a:r>
            <a:r>
              <a:rPr lang="en-GB"/>
              <a:t>Returns the name of the current database.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db.&lt;collection&gt;:</a:t>
            </a:r>
            <a:r>
              <a:rPr lang="en-GB"/>
              <a:t> Switches to the specified collection in the current database.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help</a:t>
            </a:r>
            <a:r>
              <a:rPr lang="en-GB"/>
              <a:t>: Provides help and documentation for MongoDB Shell commands.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Let's create a simple document and insert it into a collection: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Switch to the desired 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use mydatabase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// Insert a document into a collection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db.mycollection.insertOne({ name: "John Doe", age: 30, city: "New York" })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Querying</a:t>
            </a:r>
            <a:r>
              <a:rPr lang="en-GB"/>
              <a:t> documents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Find all documents in a collection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db.mycollection.find()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// Find documents that match a specific condition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db.mycollection.find({ age: { $gt: 25 } })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 </a:t>
            </a:r>
            <a:r>
              <a:rPr b="1" lang="en-GB"/>
              <a:t>$gt</a:t>
            </a:r>
            <a:r>
              <a:rPr lang="en-GB"/>
              <a:t> operator is used here to find documents where the 'age' field is greater than 25. MongoDB supports a variety of query operators for different conditions.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Updating Documents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Switch to the desired 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use mydatabase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// Update a single document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db.mycollection.updateOne(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name: "John Doe"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$set: { age: 31, city: "San Francisco" }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Explanation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In this example, we use the updateOne method to update the document with the name "John Doe." The $set operator is used to set the 'age' to 31 and 'city' to "San Francisco." If the document doesn't exist, it won't be updated.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Updating Many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Update multiple documents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db.mycollection.updateMany(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age: { $lt: 30 }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$set: { status: "Young Adult" }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Explanation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In this example, we use the updateMany method to update all documents where the 'age' is less than 30. The $set operator is used to add a new field 'status' with the value "Young Adult" to each matching document.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 operator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Set a specific field in a document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db.mycollection.updateOne(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name: "Alice"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$set: { age: 25, city: "London" }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 operator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Increment the value of a field in a document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db.mycollection.updateOne(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name: "Bob"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$inc: { age: 1 }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Push operator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Add an element to an array field in a document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db.mycollection.updateOne(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name: "Charlie"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$push: { hobbies: "Reading" }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Removing a document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Delete a document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db.mycollection.deleteOne({ name: "John Doe" })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Aggregation Framework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The Aggregation Framework in MongoDB is a set of data processing stages that allows you to filter, reshape, and analyze data in a more sophisticated manner than simple queries. It is inspired by the concept of data pipelines, where documents flow through a sequence of processing stages.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Concepts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Pipeline:</a:t>
            </a:r>
            <a:r>
              <a:rPr lang="en-GB"/>
              <a:t> A sequence of stages where each stage performs a specific operation on the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Operators: </a:t>
            </a:r>
            <a:r>
              <a:rPr lang="en-GB"/>
              <a:t>These are expressions used in various stages of the pipeline to perform specific operations like filtering, grouping, sorting, and more.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Aggregation Pipeline Operations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Find documents where the 'age' is greater than 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db.mycollection.aggregate([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$match: { age: { $gt: 25 } }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])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Group documents by 'city' and calculate the average age in each city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db.mycollection.aggregate([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$group: { _id: "$city", averageAge: { $avg: "$age" } }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])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Reshaping Documents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Project only the 'name' and 'age' fields, and add a new field 'isAdult'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db.mycollection.aggregate([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$project: { name: 1, age: 1, isAdult: { $gte: ["$age", 18] } }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])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Sorting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Sort documents by 'age' in descending order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db.mycollection.aggregate([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$sort: { age: -1 }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])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Limiting the results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// Limit the result set to the first 5 documents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db.mycollection.aggregate([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{ $limit: 5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])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