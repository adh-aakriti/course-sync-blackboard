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bold.fntdata"/><Relationship Id="rId6" Type="http://schemas.openxmlformats.org/officeDocument/2006/relationships/slide" Target="slides/slide1.xml"/><Relationship Id="rId18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5093d871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5093d871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5093d871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5093d871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5093d871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5093d871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5093d871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d5093d871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5093d871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5093d871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5093d871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5093d871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5093d871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5093d871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5093d871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5093d871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5093d871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5093d871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5093d871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5093d871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5093d871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5093d871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aMHQCS-WiLQ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Partitioning and Replication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do we want them?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Partitioning and replication are essential database concepts that help manage large data volumes, optimize performance, and ensure availability.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 </a:t>
            </a:r>
            <a:r>
              <a:rPr lang="en-GB"/>
              <a:t>Theorem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CAP Theorem Venn Diagram.png - Wikimedia Commons"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650" y="515850"/>
            <a:ext cx="4215499" cy="41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it?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Partitioning:</a:t>
            </a:r>
            <a:r>
              <a:rPr lang="en-GB"/>
              <a:t> The process of dividing a database into distinct, independent parts. Each partition holds a subset of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Replication: </a:t>
            </a:r>
            <a:r>
              <a:rPr lang="en-GB"/>
              <a:t>The process of copying data across multiple database instances to enhance data availability and reliability.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Partitioning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Advantages: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Improved Query Performance: </a:t>
            </a:r>
            <a:r>
              <a:rPr lang="en-GB"/>
              <a:t>Queries can focus on specific partitions, reducing the volume of data scanned.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Better Resource Management:</a:t>
            </a:r>
            <a:r>
              <a:rPr lang="en-GB"/>
              <a:t> Load is distributed across different servers or disks, enhancing system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Increased Scalability: </a:t>
            </a:r>
            <a:r>
              <a:rPr lang="en-GB"/>
              <a:t>Allows horizontal scaling, letting you add storage and compute power as data grows.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800">
                <a:latin typeface="Roboto"/>
                <a:ea typeface="Roboto"/>
                <a:cs typeface="Roboto"/>
                <a:sym typeface="Roboto"/>
              </a:rPr>
              <a:t>Challenges with Partitioning: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Skewed Data: </a:t>
            </a:r>
            <a:r>
              <a:rPr lang="en-GB"/>
              <a:t>If data isn’t distributed evenly, some partitions can become “hotspots” with more load than others.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Complexity:</a:t>
            </a:r>
            <a:r>
              <a:rPr lang="en-GB"/>
              <a:t> Queries and joins become more complex since data resides in separate partitions.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Data Consistency:</a:t>
            </a:r>
            <a:r>
              <a:rPr lang="en-GB"/>
              <a:t> Synchronizing updates across partitions can add complexity.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Partitioning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87900" y="12612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-GB" sz="1155"/>
              <a:t>Range Partitioning:</a:t>
            </a:r>
            <a:endParaRPr b="1" sz="1155"/>
          </a:p>
          <a:p>
            <a:pPr indent="-301942" lvl="0" marL="457200" rtl="0" algn="l">
              <a:spcBef>
                <a:spcPts val="120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Partitions data based on ranges of a key field (e.g., date, numeric range).</a:t>
            </a:r>
            <a:endParaRPr sz="1155"/>
          </a:p>
          <a:p>
            <a:pPr indent="-301942" lvl="0" marL="457200" rtl="0" algn="l">
              <a:spcBef>
                <a:spcPts val="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Use Case: Sales data split by year or month for easy retrieval and deletion of old data.</a:t>
            </a:r>
            <a:endParaRPr sz="115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155"/>
              <a:t>Hash Partitioning:</a:t>
            </a:r>
            <a:endParaRPr b="1" sz="1155"/>
          </a:p>
          <a:p>
            <a:pPr indent="-301942" lvl="0" marL="457200" rtl="0" algn="l">
              <a:spcBef>
                <a:spcPts val="120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Uses a hash function on a key field to distribute data evenly across partitions.</a:t>
            </a:r>
            <a:endParaRPr sz="1155"/>
          </a:p>
          <a:p>
            <a:pPr indent="-301942" lvl="0" marL="457200" rtl="0" algn="l">
              <a:spcBef>
                <a:spcPts val="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Use Case: Balances data evenly, especially useful when data access patterns are unpredictable.</a:t>
            </a:r>
            <a:endParaRPr sz="115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155"/>
              <a:t>List Partitioning:</a:t>
            </a:r>
            <a:endParaRPr b="1" sz="1155"/>
          </a:p>
          <a:p>
            <a:pPr indent="-301942" lvl="0" marL="457200" rtl="0" algn="l">
              <a:spcBef>
                <a:spcPts val="120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Divides data based on specific values of a key field.</a:t>
            </a:r>
            <a:endParaRPr sz="1155"/>
          </a:p>
          <a:p>
            <a:pPr indent="-301942" lvl="0" marL="457200" rtl="0" algn="l">
              <a:spcBef>
                <a:spcPts val="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Use Case: Partitioning customer data by region, where each partition corresponds to a geographical area.</a:t>
            </a:r>
            <a:endParaRPr sz="115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155"/>
              <a:t>Composite Partitioning:</a:t>
            </a:r>
            <a:endParaRPr b="1" sz="1155"/>
          </a:p>
          <a:p>
            <a:pPr indent="-301942" lvl="0" marL="457200" rtl="0" algn="l">
              <a:spcBef>
                <a:spcPts val="120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Combines multiple partitioning strategies, such as range-hash or range-list.</a:t>
            </a:r>
            <a:endParaRPr sz="1155"/>
          </a:p>
          <a:p>
            <a:pPr indent="-301942" lvl="0" marL="457200" rtl="0" algn="l">
              <a:spcBef>
                <a:spcPts val="0"/>
              </a:spcBef>
              <a:spcAft>
                <a:spcPts val="0"/>
              </a:spcAft>
              <a:buSzPts val="1155"/>
              <a:buChar char="●"/>
            </a:pPr>
            <a:r>
              <a:rPr lang="en-GB" sz="1155"/>
              <a:t>Use Case: Combines benefits of two strategies, e.g., range partitioning for dates and hash for distributing workload evenly within each date range.</a:t>
            </a:r>
            <a:endParaRPr sz="115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Replication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Advantages: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High Availability:</a:t>
            </a:r>
            <a:r>
              <a:rPr lang="en-GB"/>
              <a:t> Ensures continuous data availability, esp</a:t>
            </a:r>
            <a:r>
              <a:rPr lang="en-GB"/>
              <a:t>e</a:t>
            </a:r>
            <a:r>
              <a:rPr lang="en-GB"/>
              <a:t>cially during server failures.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Improved Read Performance:</a:t>
            </a:r>
            <a:r>
              <a:rPr lang="en-GB"/>
              <a:t> Allows read operations to be distributed across multiple replicas, reducing load on the primary server.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Data Recovery:</a:t>
            </a:r>
            <a:r>
              <a:rPr lang="en-GB"/>
              <a:t> Replication can act as a disaster recovery solution by maintaining up-to-date copies of data in multiple locations.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800">
                <a:latin typeface="Roboto"/>
                <a:ea typeface="Roboto"/>
                <a:cs typeface="Roboto"/>
                <a:sym typeface="Roboto"/>
              </a:rPr>
              <a:t>Challenges with Replication: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Consistency: </a:t>
            </a:r>
            <a:r>
              <a:rPr lang="en-GB"/>
              <a:t>Keeping replicas synchronized with each other is challenging, especially with high write loads.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Conflict Resolution:</a:t>
            </a:r>
            <a:r>
              <a:rPr lang="en-GB"/>
              <a:t> Master-master setups require conflict resolution mechanisms when data changes conflict.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Latency: </a:t>
            </a:r>
            <a:r>
              <a:rPr lang="en-GB"/>
              <a:t>Synchronous replication can introduce latency in applications sensitive to real-time responses.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Replication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43925" y="1171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665"/>
              <a:t>Master-Slave Replication:</a:t>
            </a:r>
            <a:endParaRPr sz="4665"/>
          </a:p>
          <a:p>
            <a:pPr indent="-30266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A primary (master) database serves write requests, and one or more replicas (slaves) serve read requests.</a:t>
            </a:r>
            <a:endParaRPr sz="4665"/>
          </a:p>
          <a:p>
            <a:pPr indent="-3026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Use Case: High-read, low-write workloads where data consistency requirements are moderate.</a:t>
            </a:r>
            <a:endParaRPr sz="466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665"/>
              <a:t>Master-Master Replication:</a:t>
            </a:r>
            <a:endParaRPr sz="4665"/>
          </a:p>
          <a:p>
            <a:pPr indent="-30266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Two or more databases can serve both read and write requests.</a:t>
            </a:r>
            <a:endParaRPr sz="4665"/>
          </a:p>
          <a:p>
            <a:pPr indent="-3026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Use Case: Systems requiring high availability and where nodes are in close proximity to reduce conflict resolution issues.</a:t>
            </a:r>
            <a:endParaRPr sz="466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665"/>
              <a:t>Synchronous vs. Asynchronous Replication:</a:t>
            </a:r>
            <a:endParaRPr sz="4665"/>
          </a:p>
          <a:p>
            <a:pPr indent="-30266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Synchronous: Data changes are immediately replicated. Ensures strong consistency but has higher latency.</a:t>
            </a:r>
            <a:endParaRPr sz="4665"/>
          </a:p>
          <a:p>
            <a:pPr indent="-3026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Asynchronous: Data changes are eventually replicated. Has lower latency but may cause temporary inconsistencies.</a:t>
            </a:r>
            <a:endParaRPr sz="4665"/>
          </a:p>
          <a:p>
            <a:pPr indent="-3026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Use Case: Synchronous is used for critical applications needing immediate consistency, while asynchronous fits applications prioritizing performance over immediate consistency.</a:t>
            </a:r>
            <a:endParaRPr sz="466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665"/>
              <a:t>Multi-Region Replication:</a:t>
            </a:r>
            <a:endParaRPr sz="4665"/>
          </a:p>
          <a:p>
            <a:pPr indent="-30266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Replicates data across geographically distributed data centers.</a:t>
            </a:r>
            <a:endParaRPr sz="4665"/>
          </a:p>
          <a:p>
            <a:pPr indent="-3026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665"/>
              <a:t>Use Case: Improves data access speed for globally distributed users, as they access data from the nearest data center.</a:t>
            </a:r>
            <a:endParaRPr sz="466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and Trade-offs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Partitioning: </a:t>
            </a:r>
            <a:r>
              <a:rPr lang="en-GB"/>
              <a:t>May improve performance but can add complexity in query management and increase development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Replication: </a:t>
            </a:r>
            <a:r>
              <a:rPr lang="en-GB"/>
              <a:t>Offers high availability but at the cost of potential data inconsistencies in distributed setups.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CAP Theorem: </a:t>
            </a:r>
            <a:r>
              <a:rPr lang="en-GB"/>
              <a:t>Highlights the trade-off between Consistency, Availability, and Partition tolerance in distributed databases.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his video explains configuration of Master-Slave Database Replication - MySQL Database Replication is used to replicate the changes made in the database from One Server to other Server.&#10;For more explanation on this video: https://www.linuxhelp.com/how-to-configure-mysql-database-replication-with-master-and-slave-on-centos-6/" id="132" name="Google Shape;132;p24" title="How to Configure MySQL Database Replication with Master and Slave on CentO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50" y="58625"/>
            <a:ext cx="8922525" cy="50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