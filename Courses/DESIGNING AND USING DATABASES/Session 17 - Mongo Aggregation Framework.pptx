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9def932e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9def932e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9def932e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9def932e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9def932e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9def932e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9def932e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9def932e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9def932e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9def932e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9def932e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9def932e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9def932e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9def932e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9def932e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9def932e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9def932e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9def932e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9def932e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9def932e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9def932e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9def932e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9def932e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9def932e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9def932e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9def932e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Warehouse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Data Warehouse?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Definition: </a:t>
            </a:r>
            <a:r>
              <a:rPr lang="en-GB"/>
              <a:t>A data warehouse is a centralized repository designed to store, integrate, and analyze large volumes of data from multiple sources.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Purpose: </a:t>
            </a:r>
            <a:r>
              <a:rPr lang="en-GB"/>
              <a:t>Facilitates decision-making by providing a unified view of historical and current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Key Characteristics: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Subject-oriented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Non-volatile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Time-variant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do we need data warehouses?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Challenges Without a Data Warehouse: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Data silos and lack of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Inefficient reporting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Limited historical 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Benefits: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Improved decision-making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Centralized data for consistency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Efficient querying and reporting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Scalability for large datasets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OLAP VS OLTP</a:t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Analytical Processing (OLAP):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Focus:</a:t>
            </a:r>
            <a:r>
              <a:rPr lang="en-GB"/>
              <a:t> Analytical queries and reporting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Data:</a:t>
            </a:r>
            <a:r>
              <a:rPr lang="en-GB"/>
              <a:t> Historical and aggregated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Operations: </a:t>
            </a:r>
            <a:r>
              <a:rPr lang="en-GB"/>
              <a:t>Read-heavy, complex queries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Transaction Processing (OLTP):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Focus: Day-to-day transactional processing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Data: Current and detailed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Operations: Write-heavy, simple queries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Importance of data dimensionality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Dimensionality in Data Warehousing: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Enables intuitive and efficient data analysis.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Organizes data into facts (measurable quantities) and dimensions (descriptive categories).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Benefits: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Simplifies data navigation.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Enhances query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multi-dimensional analysis (e.g., sales by region and time).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 Schema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Structure: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Central fact table surrounded by multiple dimension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Simplified queries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Easy to understand and implement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Example: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Fact table: Sales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Dimensions: Time, Product, Region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Приклад схеми зірки.png - Wikipedia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975" y="345225"/>
            <a:ext cx="7766775" cy="47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Snowflake Schema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Structure: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Dimension tables are further broken down into sub-dimensions.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Reduces data redundancy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Saves storage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Disadvantages: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Increased query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Dimension "Product" split into "Category" and "Sub-category"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Snowflake-schema-example.png - Wikimedia Commons"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193"/>
            <a:ext cx="9143999" cy="4977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"/>
                <a:ea typeface="Roboto"/>
                <a:cs typeface="Roboto"/>
                <a:sym typeface="Roboto"/>
              </a:rPr>
              <a:t>ETL Processes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Extract: </a:t>
            </a:r>
            <a:r>
              <a:rPr lang="en-GB"/>
              <a:t>Gather data from multiple sources.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Transform:</a:t>
            </a:r>
            <a:r>
              <a:rPr lang="en-GB"/>
              <a:t> Cleanse and format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Load: </a:t>
            </a:r>
            <a:r>
              <a:rPr lang="en-GB"/>
              <a:t>Insert data into the data warehouse.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Importance:</a:t>
            </a:r>
            <a:r>
              <a:rPr lang="en-GB"/>
              <a:t> Ensures data quality, consistency, and readiness for analysis.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le:Datawarehouse.png - Wikipedia"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149" y="277863"/>
            <a:ext cx="6817924" cy="458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Tooling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Warehouse Platforms: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Amazon Redshift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Google BigQuery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Snowflake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Microsoft Azure Synapse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ETL Tools: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Apache NiFi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Talend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Informatica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Alteryx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