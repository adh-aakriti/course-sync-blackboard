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Roboto Slab"/>
      <p:regular r:id="rId27"/>
      <p:bold r:id="rId28"/>
    </p:embeddedFont>
    <p:embeddedFont>
      <p:font typeface="Robot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RobotoSlab-bold.fntdata"/><Relationship Id="rId27" Type="http://schemas.openxmlformats.org/officeDocument/2006/relationships/font" Target="fonts/RobotoSlab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Robo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8bfad92b6a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8bfad92b6a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bfad92b6a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bfad92b6a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8bfad92b6a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28bfad92b6a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2ce80fc1c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2ce80fc1c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8bfad92b6a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8bfad92b6a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8bfad92b6a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8bfad92b6a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28bfad92b6a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28bfad92b6a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8bfad92b6a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8bfad92b6a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8bfad92b6a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8bfad92b6a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8bfad92b6a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28bfad92b6a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8bfad92b6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8bfad92b6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8bfad92b6a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8bfad92b6a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8bfad92b6a_0_1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8bfad92b6a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8bfad92b6a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8bfad92b6a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8bfad92b6a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8bfad92b6a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8bfad92b6a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8bfad92b6a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8bfad92b6a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8bfad92b6a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8bf9047ab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8bf9047ab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8bfad92b6a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8bfad92b6a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28bfad92b6a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28bfad92b6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docs.singlestore.com/cloud/reference/sql-reference/sql-functions-list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SQL Commands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SELECT Statement</a:t>
            </a:r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SELECT clause is a fundamental SQL statement used to retrieve data from a database table.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It allows you to specify which columns you want to retrieve and present in the query result.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You can use an asterisk (*) to select all columns from a table.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SELECT column1, column2, ...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GB"/>
              <a:t>FROM table_name;	</a:t>
            </a:r>
            <a:endParaRPr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Statement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 can use aliases to rename columns in the result, making it more readable.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product_name AS "Product Name", price AS "Price"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FROM products;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Statement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Aritmetic Operations: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-- Calculate the total price for each product (price * quantity)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product_name, price, quantity, price * quantity AS total_price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products;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Functions: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-- Concatenate first_name and last_name with a space in between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CONCAT(first_name, ' ', last_name) AS full_name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FROM employees;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Functions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COALESCE </a:t>
            </a:r>
            <a:r>
              <a:rPr lang="en-GB"/>
              <a:t>- </a:t>
            </a:r>
            <a:r>
              <a:rPr lang="en-GB"/>
              <a:t>Given a list of values, returns the first non-NULL value.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CONCAT - Concatenates all of the values in its argument list.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COUNT - Counts the number of rows passed in.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u="sng">
                <a:solidFill>
                  <a:schemeClr val="hlink"/>
                </a:solidFill>
                <a:hlinkClick r:id="rId3"/>
              </a:rPr>
              <a:t>Link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Statement</a:t>
            </a:r>
            <a:endParaRPr/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Using a case: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21625" y="1489825"/>
            <a:ext cx="4611736" cy="285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joins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 Retrieve customer information and their associated orders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customers.customer_name, orders.order_date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customers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INNER JOIN orders ON customers.customer_id = orders.customer_id;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Group by and aggregate functions</a:t>
            </a:r>
            <a:endParaRPr/>
          </a:p>
        </p:txBody>
      </p:sp>
      <p:sp>
        <p:nvSpPr>
          <p:cNvPr id="107" name="Google Shape;107;p2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 Count the number of orders for each product category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product_category, COUNT(*) AS order_count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products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INNER JOIN order_details ON products.product_id = order_details.product_id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GROUP BY product_category;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Subqueries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-- Find the employees who are managers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first_name, last_name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employees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 employee_id IN (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SELECT manager_id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  FROM employees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);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FROM Clause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Basic from: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column1, column2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table_name;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/>
              <a:t>Multiple tables: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orders.order_id, orders.order_date, customers.customer_name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orders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INNER JOIN customers ON orders.customer_id = customers.customer_id;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table aliases</a:t>
            </a:r>
            <a:endParaRPr/>
          </a:p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column1, column2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FROM table_name AS alias;</a:t>
            </a:r>
            <a:endParaRPr b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WHERE Clause</a:t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Basic syntax: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column1, column2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table_name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WHERE condition;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Operators</a:t>
            </a:r>
            <a:endParaRPr/>
          </a:p>
        </p:txBody>
      </p:sp>
      <p:sp>
        <p:nvSpPr>
          <p:cNvPr id="137" name="Google Shape;137;p25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WHERE clause often uses comparison operators to create conditions.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Examples of common operators: =, &gt;, &lt;, &gt;=, &lt;=, &lt;&gt;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Logical operators (AND, OR, NOT) can be used to combine multiple conditions.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BETWEEN operator is used to specify a range of values.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LIKE operator is used for pattern matching, including wildcard characters (% and _).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IS NULL operator checks for NULL values in a column.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The IS NOT NULL operator checks for non-NULL values.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</a:t>
            </a:r>
            <a:endParaRPr/>
          </a:p>
        </p:txBody>
      </p:sp>
      <p:sp>
        <p:nvSpPr>
          <p:cNvPr id="143" name="Google Shape;143;p26"/>
          <p:cNvSpPr txBox="1"/>
          <p:nvPr>
            <p:ph idx="1" type="body"/>
          </p:nvPr>
        </p:nvSpPr>
        <p:spPr>
          <a:xfrm>
            <a:off x="387900" y="1489825"/>
            <a:ext cx="33420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FROM customers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 last_name = 'Smith';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* FROM products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 price &lt;&gt; 50;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</a:t>
            </a:r>
            <a:endParaRPr/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FROM orders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 order_date BETWEEN '2023-01-01' AND '2023-06-30';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* FROM products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 product_name LIKE '%apple%';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* FROM employees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WHERE last_name LIKE 'Sm%';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Examples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* FROM products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WHERE price &lt; 50 AND stock_quantity &gt; 10;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SELECT * FROM customers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WHERE state NOT IN ('New York', 'California');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JOIN Operations</a:t>
            </a:r>
            <a:endParaRPr/>
          </a:p>
        </p:txBody>
      </p:sp>
      <p:sp>
        <p:nvSpPr>
          <p:cNvPr id="161" name="Google Shape;161;p29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columns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table1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JOIN table2 ON table1.column_name = table2.column_name;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0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GROUP BY Clause</a:t>
            </a:r>
            <a:endParaRPr/>
          </a:p>
        </p:txBody>
      </p:sp>
      <p:sp>
        <p:nvSpPr>
          <p:cNvPr id="167" name="Google Shape;167;p30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SELECT column1, aggregate_function(column2)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FROM table_name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GROUP BY column1;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3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Aggregate functions (e.g., COUNT, SUM, AVG, MAX, MIN) are used within the SELECT statement to summarize data.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Each function serves a different purpose, such as counting rows or calculating the average of numeric values.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32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HAVING Clause </a:t>
            </a:r>
            <a:endParaRPr/>
          </a:p>
        </p:txBody>
      </p:sp>
      <p:sp>
        <p:nvSpPr>
          <p:cNvPr id="179" name="Google Shape;179;p32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HAVING clause allows you to filter groups based on aggregate function results.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It's used to set conditions for the grouped data, similar to the WHERE clause.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3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Common SQL Functions: COUNT and SUM</a:t>
            </a:r>
            <a:endParaRPr/>
          </a:p>
        </p:txBody>
      </p:sp>
      <p:sp>
        <p:nvSpPr>
          <p:cNvPr id="185" name="Google Shape;185;p33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COUNT() function is used to count the number of rows or values in a column.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SUM() function calculates the sum of values in a numeric column.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AVG() function computes the average of numeric values in a column.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/>
              <a:t>The MAX() function returns the highest value in a column.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/>
              <a:t>MIN() Function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